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5"/>
  </p:notesMasterIdLst>
  <p:sldIdLst>
    <p:sldId id="256" r:id="rId2"/>
    <p:sldId id="260" r:id="rId3"/>
    <p:sldId id="261" r:id="rId4"/>
    <p:sldId id="257" r:id="rId5"/>
    <p:sldId id="258" r:id="rId6"/>
    <p:sldId id="259" r:id="rId7"/>
    <p:sldId id="262" r:id="rId8"/>
    <p:sldId id="263" r:id="rId9"/>
    <p:sldId id="268" r:id="rId10"/>
    <p:sldId id="267" r:id="rId11"/>
    <p:sldId id="264" r:id="rId12"/>
    <p:sldId id="265"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ax="4480" units="cm"/>
          <inkml:channel name="Y" type="integer" max="1440" units="cm"/>
          <inkml:channel name="T" type="integer" max="2.14748E9" units="dev"/>
        </inkml:traceFormat>
        <inkml:channelProperties>
          <inkml:channelProperty channel="X" name="resolution" value="85.00949" units="1/cm"/>
          <inkml:channelProperty channel="Y" name="resolution" value="48.64865" units="1/cm"/>
          <inkml:channelProperty channel="T" name="resolution" value="1" units="1/dev"/>
        </inkml:channelProperties>
      </inkml:inkSource>
      <inkml:timestamp xml:id="ts0" timeString="2024-10-28T02:15:09.947"/>
    </inkml:context>
    <inkml:brush xml:id="br0">
      <inkml:brushProperty name="width" value="0.05292" units="cm"/>
      <inkml:brushProperty name="height" value="0.05292" units="cm"/>
      <inkml:brushProperty name="color" value="#FF0000"/>
    </inkml:brush>
  </inkml:definitions>
  <inkml:trace contextRef="#ctx0" brushRef="#br0">9102 8184 0,'0'53'47,"-18"36"-32,18-72-15,0 283 16,-18-176-1,18-107-15,0 18 0,0-17 0,0 0 0,0-1 0,0 1 0,0 0 0,0-1 0,0 1 0,0 17 0,0-17 0,0-1 0,0 1 0,0 0 0,0-1 0,0 1 16,0 17-16,0 1 0,0 17 0,0-36 0,0 1 0,0-1 0,0 1 0,0 211 16,0-211-16,0 0 0,0 35 0,0-36 0,0 18 0,0-17 0,0 0 0,0-1 0,0 19 0,0-1 0,0-17 0,0-1 15,-17 1-15,17 17 0,0-17 0,0-1 0,0 1 0,0 0 0,0-1 0,0 36 0,0-35 0,0 0 0,0-1 0,0 1 0,0-1 0,0 1 0,-18 17 0,18 1 16,0-19-16,0 1 0,0 0 0,0 17 0,-18 0 0,18 18 0,0-35 0,0-1 0,0 19 0,0-19 0,-70 407 16,70-407-16,0 36 0,-18-35 0,18 17 0,0 0 15,0 1-15,0-19 0,-17 36 0,17-18 0,0-17 0,0 35 0,0-18 0,-53 300 16,53-317-16,0 0 0,0 17 0,-36 282 15,36-299-15,0 0 0,0 35 0,0-36 0,0 530 16,0-529-16,0-1 0,0 1 0,0 17 0,0 1 16,0-19-16,0 18 0,0 195 15,18 52 1,-18-264-16,18 246 16,-18-158-1,0-88-15,0-1 0,0 142 16,0 194-1,0-335-15,0-1 0,0 107 16,0 34 0,0-34-1,0-107-15,0 89 16,17 0 0,-17-88-16,0 17 15,0-17 1,36-18 265,87 0-265,-105 0-16,52 0 15,36 0 1,-88 0-16,581 141 31,-263-106-15,-195-17-1,406 52 17,-530-70-32,18 0 0,-17 0 0,0 0 0,105 18 15,-105-18-15,-1 0 0,1 0 0,0 18 0,-1-18 0,19 0 0,-19 0 0,1 0 0,123 17 16,-123-17-16,-1 0 0,1 0 0,0 0 0,17 0 0,18 18 0,-36-18 0,36 0 0,-35 0 0,0 0 0,-1 0 0,36 0 0,-35 0 0,0 0 16,17 0-16,-18 17 0,19-17 0,-1 0 0,-17 0 0,-1 0 0,1 0 0,17 0 0,0 0 0,-17 0 0,0 0 0,-1 0 0,36 0 0,-35 0 0,17 36 15,-17-36-15,-1 0 0,19 0 0,-19 0 0,1 0 0,0 0 0,-1 0 0,1 0 0,0 17 0,17-17 0,53 18 16,-70-18-16,105 0 15,-105 18-15,599 88 32,124-54-1,-741-34-31,18-18 0,-1 0 0,230 0 31,-229 35-31,405-17 31,-52 0-15,-354-18-16,1 0 0,0 0 0,34 0 0,-34 0 0,0 0 0,-1 0 0,1 0 0,35 0 0,-35 0 0,-1 0 16,1 0-16,-1 0 0,1 0 0,0 0 0,17 0 0,-17 0 0,140 0 31,-105 0-15,88 0-1,-123 0-15,370-18 31,-211-35-15,-160 53-16,-17-18 0,18 18 0,211-52 31,-211 52-31,264-18 32,-159 18-17,54 0 16,-36-35 1,-123 35-32,105 0 31,-35 17 0,-52-17 0,-19 0 1,54-53-1,-36 36-15</inkml:trace>
  <inkml:trace contextRef="#ctx0" brushRef="#br0" timeOffset="1021.07">11289 14834 0,'0'18'16,"-53"211"15,53-211-31,0 88 16,-18-36 0,-17 124 15,0 18 0,17-177 0,36-35 32</inkml:trace>
  <inkml:trace contextRef="#ctx0" brushRef="#br0" timeOffset="1835.08">11377 16228 0,'0'0'0,"0"-194"31,-18 0 0,-52 88 1,52 106-17,-17 0 1,17 0-16,-176 282 31,53-35-15,88 35 15,89-229 0,16-53-15,195 18 15,-211-36-31,-19 18 0,1 0 0,247-176 31,-248 158-31,1 18 0,-18-17 0,70-89 16,-70 88-16,36-53 16,-36 36-1,0 18 1,35 140 62,-35 142-47,0-248-31,0 54 16,18-18 0,70-89 46,71-16-46,-89 34-16</inkml:trace>
  <inkml:trace contextRef="#ctx0" brushRef="#br0" timeOffset="2690.19">14640 15575 0,'0'-17'31,"0"105"0,-17-35-15,17-36-16,0 1 0,-36 0 0,19 105 16,-36 53-1,53-140-15,-35 105 16,35-124 15,0 1 0,0 17-15,0-17-16</inkml:trace>
  <inkml:trace contextRef="#ctx0" brushRef="#br0" timeOffset="3568.1">14323 16175 0,'0'53'32,"0"53"-17,0-89-15,0 107 16,-53 17 0,35-53-1,-17 53 1,35-123-1,0-1 1,-18-17 31,71-17-16,106-89 0,-141 88-31,52 1 16,36-72 0,-88 89-16,17-17 15,0 17 17,-17 106-17,52 141 16,-70-177-15,0 54 0,-17-89-1,-213 124 17,125-106-17,16-36 1,19 1-1,52-18-15,-17 0 16,-36-18 0,36-52-1,-124-107 17,159 160-17,18-54 16,0 71-31,-18-18 0,211-123 32</inkml:trace>
  <inkml:trace contextRef="#ctx0" brushRef="#br0" timeOffset="15337.6">10989 17057 0,'0'53'31,"-53"141"0,53-159-15,-18-17-1,1 17 63,17-17-46,88-18-17</inkml:trace>
  <inkml:trace contextRef="#ctx0" brushRef="#br0" timeOffset="16428.45">14376 17604 0,'17'0'47,"36"35"-32,-35 53 1,-36 71 15,18-142-31,-35-17 0,0 18 16,-18 17-1,35-17-15,-52 17 16,52-35 0,0 0-1,1 0 17,34 0 61,177 0-61,-158 0-32,246 36 31,-229-36-16,-36 0 32,19 0-31,-19 0 15,-17 53 0,0-36-31</inkml:trace>
  <inkml:trace contextRef="#ctx0" brushRef="#br0" timeOffset="20455.63">8890 12118 0,'35'0'110,"-17"0"-95,0 0 1,17-18 0,-18 18-16,-52 0 62,18 0-46</inkml:trace>
  <inkml:trace contextRef="#ctx0" brushRef="#br0" timeOffset="22060.58">11430 12065 0,'53'0'62,"0"18"-46,53-1-1,-36-17 1,-52 0-16,17 0 0,89 18 16,-89-18-16,-17 0 0,-1 0 0,107 35 15,-107-17-15,160-18 16,-160 0-16,1 0 16,70 0-1,-70 0-15,105 17 16,36 1-1,141 0 1,-282-18-16,-1 0 0,1 0 0,17 0 0,124 17 16,-106-17-1,-36 0-15,54 18 16,-18-18 0,-36 0-16,54 35 15,176-17 16,-159-18-15,-53 0 0,-17 0-16,176 18 15,-123-18 1,-54 0-16,36 0 16,-17 0-1,34 0 1,36 0-1,-88 0-15,34 0 16,37 0 0,-1 17-1,-71-17 48,1 0-48,0 0 1,52 18 0,-52-18-16,70 17 15,-53-17 1,-17 0 0,0 0 15,17 0-16,53 0 1,-17 0 0,-54 0-1</inkml:trace>
  <inkml:trace contextRef="#ctx0" brushRef="#br0" timeOffset="23036.55">11395 12224 0,'-18'0'31,"18"17"31</inkml:trace>
  <inkml:trace contextRef="#ctx0" brushRef="#br0" timeOffset="23352.13">11271 12947 0,'0'35'15,"0"-70"-15,0 88 16,0-35 0,0 17-1,0 0 1,0 106 15,0-70-15,18-36-1,-18 0-15,0-17 0,0 17 0</inkml:trace>
  <inkml:trace contextRef="#ctx0" brushRef="#br0" timeOffset="23803.8">11289 14199 0,'0'18'0,"0"-36"0,0 142 32,0-107-17,-35 213 17,35-213-32,0 1 0,0 35 15,0 70 1,0-105-16,0 105 31,0-70-15,-18-35-1,0 35 17,18-35 14</inkml:trace>
  <inkml:trace contextRef="#ctx0" brushRef="#br0" timeOffset="24569.68">15258 12488 0,'0'53'109,"0"141"-93,-18-194-16,18 36 0,-71 246 31,1-106 0,70-123-15,-18-18 0</inkml:trace>
  <inkml:trace contextRef="#ctx0" brushRef="#br0" timeOffset="24929.33">14958 14182 0,'-18'35'32,"18"-17"15,71 176-16,-18-71-16,-53-88-15</inkml:trace>
  <inkml:trace contextRef="#ctx0" brushRef="#br0" timeOffset="25238.89">14975 14870 0,'0'0'0,"-35"88"16,35-71-16,0 72 31,-35-36 0,17-18-15,-88 159 15,106-177-31,-70 107 32,52-106-17</inkml:trace>
  <inkml:trace contextRef="#ctx0" brushRef="#br0" timeOffset="27931.43">12294 12382 0,'-106'18'31,"-299"229"0,387-229-31,1-18 0,-1 17 0,-106 89 16,107-106-16,-71 88 16,52 1-1,19-72 16</inkml:trace>
  <inkml:trace contextRef="#ctx0" brushRef="#br0" timeOffset="28238.02">13388 12753 0,'-106'18'31,"36"70"-31,52-88 0,0 17 0,1 1 0,-19-18 0,19 18 0,-1-1 0,0 1 0,1 17 16,-1-17-16,-35 0 0,36-1 0,-1 1 0,0-1 0,1 1 0,-1 17 0,-35-17 0,35 0 0,1-1 0,-36 1 0,53 0 0,-35 17 0,17-35 0,0 35 0,-35-35 16,36 53-16,-18-53 0,-1 53 0,19-53 0,-36 35 0,35-17 0,0-1 0,1 19 0,-1-36 0,-299 211 15,176-87 1,123-124-16,-17 35 15,35-17 17,17-18-17,124 0 1</inkml:trace>
  <inkml:trace contextRef="#ctx0" brushRef="#br0" timeOffset="28489.08">13776 13300 0,'-159'70'15,"71"1"1,70-71-16,1 17 0,-195 160 16,194-160-16,1 1 0,-1 0 0,-52-1 0,52 1 0,0 17 0,1-17 0,-1-18 0,0 18 0,-17-1 0,18 1 15,-1-18-15,0 18 0,-17-1 0,35 18 0,-53-35 0,53 18 0,-35 0 0,-18-1 0,35 19 0,1-36 0,-19 17 0,19-17 0,-1 18 0,0 0 0,-17-1 16,0 1-16,-195 123 15,213-141 1,17 18 0,0 17-1,35-35 1,-17 0-16</inkml:trace>
  <inkml:trace contextRef="#ctx0" brushRef="#br0" timeOffset="28741.99">14393 13882 0,'-17'0'0,"-36"17"16,-71 54 0,124-53-16,-17-18 0,17 17 0,-18-17 0,0 36 0,-105 34 15,-159 89 1,282-141-16,-53 17 0,35-35 0,-335 229 15,336-229-15,-19 18 16,-16 88 0,246-54 15,-53-52-15,-88 0-16</inkml:trace>
  <inkml:trace contextRef="#ctx0" brushRef="#br0" timeOffset="28964.69">14640 14570 0,'-88'0'15,"0"35"1,88-17-16,-18-18 0,18 17 0,-17-17 0,-72 53 16,-52 35-1,35 1 1,-17-1-1,123-71-15,-18 1 16,1 35 15</inkml:trace>
  <inkml:trace contextRef="#ctx0" brushRef="#br0" timeOffset="29268.59">14746 15064 0,'-35'0'15,"17"53"1,1-53-16,-177 141 15,141-106 1,0 0 0,17 0-1,72 1 17,-19-36-17</inkml:trace>
  <inkml:trace contextRef="#ctx0" brushRef="#br0" timeOffset="34667.18">19844 13617 0,'70'0'125,"89"0"-109,-141 0-16,17 0 0,-17 0 0,158 0 15,-158 0-15,-1 0 0,1 0 0,17 0 0,-17 0 0,264 0 16,-229 0-1,-18 0 1,-17 0 0,52 0 31,1 0-16,-36 0-31,177 124 15</inkml:trace>
  <inkml:trace contextRef="#ctx0" brushRef="#br0" timeOffset="54164.16">21661 12136 0,'0'0'0,"0"17"0,-18-17 0,18 18 0,-88 105 16,70-123-16,18 18 0,0 0 0,-35 70 15,17-88-15,18 17 0,0 1 0,-88 158 16,70-158-16,18 17 0,0 36 16,0 141-1,0-195-15,0 1 0,106 141 16,35-36 0,-141-105-16,18-18 0,0 17 0,-1-17 0,1 18 0,194 53 15,158-1 1,124-70-1,-477 0-15,1 0 0,0 0 0,35 0 0,141-70 16,0-19 0,-177 89-16,107-194 15,-124 177-15,17-36 16,-17 35-16,0 1 0,18-72 16,-18 72-16,0-1 0,18-105 15,-18 105-15,35-106 16,-17-52-1,-18 158-15,0-17 0,-36-35 16,19 52-16,-54-106 16,-52 1-1,105 123-15,0 0 0,-317-141 16,318 141-16,17-18 0,-18 18 0,0 0 0,1 0 16,17-17-16,-18 17 0,0 0 0,-387-71 15,334 53 1,-88-17-1,142 35 1,-18 0 0,17 0-16,-123 0 31,88 18-15,35 52-1,18-52 1,-17 35-16</inkml:trace>
  <inkml:trace contextRef="#ctx0" brushRef="#br0" timeOffset="55189.51">21643 13088 0,'123'0'109,"107"0"-93,-213 0-16,1 0 0,335 0 31,-336 0-31,54 0 94,-18 0-94</inkml:trace>
  <inkml:trace contextRef="#ctx0" brushRef="#br0" timeOffset="55923.77">23548 12771 0,'70'-18'63,"54"18"-47,-89 0-16,-17 0 0,17 0 0,-17 0 0,-1 0 0,19 0 0,-1 0 0,-17 0 0,-1 0 0,36 0 15,-35 0-15,17 0 0,18 0 0,-35 0 0,17 0 0,18 0 0,-36 0 0,19 0 0,-1 0 0,0 0 0,18 0 0,-17-35 0,-19 35 0,36 0 0,-35 0 0,17 0 0,0 0 16,1 0-16,34-18 0,-52 18 0,-1 0 0,230-35 15,-229 35-15,0-18 0,-1 18 0,89-53 16</inkml:trace>
  <inkml:trace contextRef="#ctx0" brushRef="#br0" timeOffset="61844.67">10213 5151 0,'35'0'125,"0"229"-94,-35-211-31,36 211 16,-36-194-1,35 106 1,-35-123-16,0 70 15,18-17 1,-18 17 0,35 0-1,-35-70-15,0 52 16,0 124 0,0-141-1,0 0 1,0-18-1,0-17 17,0 0 77</inkml:trace>
  <inkml:trace contextRef="#ctx0" brushRef="#br0" timeOffset="62784.13">10954 5697 0,'35'0'125,"-17"0"-110,-1-17 1,36-19 0,-53 19-16,18 17 15,17-18 1,-17 18 15,-1 0 0,1-17-15,17-1 15</inkml:trace>
  <inkml:trace contextRef="#ctx0" brushRef="#br0" timeOffset="63409.73">10954 6174 0,'88'-18'78,"-70"18"-62,-1 0-16,71-35 16,89-18-1,-160 35 1,19 18-1,-1 0 64,-17 0-64,17 0 1</inkml:trace>
  <inkml:trace contextRef="#ctx0" brushRef="#br0" timeOffset="65513.03">11836 5380 0,'0'53'47,"17"88"-32,-17-123-15,18 370 32,-18-159-17,0-211-15,0-1 0,0 1 0,18 335 32,-18-142-1,0-175 0,17-142 32,36-106-48</inkml:trace>
  <inkml:trace contextRef="#ctx0" brushRef="#br0" timeOffset="66178.11">11906 5327 0,'53'18'94,"-18"17"-79,-17-35-15,70 53 16,-88-36-16,71 36 16,-71-35-16,17-18 0,72 106 15,-72-89 1,-17 36 0,0 0-1,-70 18 1,-71-1-1,123-70-15,18 36 0,-18-36 0,-17 35 16,17-17 0,1-18 15,-1 0-15,-17 0-1,70-36 1,-17 1-1,17 17-15</inkml:trace>
  <inkml:trace contextRef="#ctx0" brushRef="#br0" timeOffset="66663.34">13035 4939 0,'0'0'0,"-17"0"16,-19 0 0,-34 53-1,52-53-15,-70 282 16,70-141 0,1-123-16,17-1 0,0 19 0,0-19 0,0 19 0,0 193 15,0-35 1,0-176-16,0-1 0,88 142 15,-71-124 1,-17-17-16,18-18 16,53 18-1,-54-18-15,177 0 16,353-106 0,-529 106-16,-1 0 0,1-36 0,35 36 0,-35-17 15,-1 17-15,18 0 0,1-18 0,-19 18 0,1 0 0,0-18 0,-1 18 0,1-17 0,88-18 16,0-36-16</inkml:trace>
  <inkml:trace contextRef="#ctx0" brushRef="#br0" timeOffset="67338.94">16475 4833 0,'35'18'16,"-35"-1"0,53 54-1,-18-1 1,18 160-1,-18-160 1,-35 19 0,0-72-16,0 54 15,-70 140 1,35-140 0,-18 35-1,0 0 1,35-89-1,0 1 1,-34-53 15</inkml:trace>
  <inkml:trace contextRef="#ctx0" brushRef="#br0" timeOffset="76299.91">2999 5856 0,'105'0'78,"389"88"-47,-476-70-31,0-18 0,-1 0 0,19 0 0,-19 0 0,1 0 0,-1 0 0,1 0 0,0 0 0,-1 0 0,36 0 0,-35 0 0,0 0 0,-1 0 16,1 0-16,35 0 0,-36 0 0,19 0 0,228 0 15,-246 0-15,0 0 0,17 0 0,-18 0 0,195-53 16,-194 53-16,17 0 0,-17 0 0,-1 0 0,71-18 16,-52 18-16,-19 0 0,36-17 15,-35 17 48,53 0-48,-1 0 1,54 0 0,-54 0-1,-17 0 1,18 17-1</inkml:trace>
  <inkml:trace contextRef="#ctx0" brushRef="#br0" timeOffset="77488.24">3581 10742 0,'-18'0'78,"0"0"-47,124-18 63,124 1-78,-195 17-16,547-35 31,-564 35-31,-1 0 0,1 0 0,-1 0 0,36 0 0,-35 0 0,0 0 0,-1 0 0,1 0 0,0 0 0,17 0 0,-18 0 0,142-18 15,-141 18-15,0 0 0,193 0 16,-193 0-16,-1 0 0,54 0 16,0 0 15,-1 0 0,1 0-15,-54 0 62,1 0-78</inkml:trace>
  <inkml:trace contextRef="#ctx0" brushRef="#br0" timeOffset="90554.14">19985 8943 0,'35'0'31,"18"0"-15,159 0-1,52 0 1,-228 0-16,193 0 16,-211 0-16,-1 0 0,1 0 0,229-18 15,-230 18-15,1 0 0,17 0 0,-17 0 0,299 0 16,-299 0-16,0-17 0,-1 17 0,354 0 15,-160 0 1,-193 0-16,0 0 0,17 0 0,-17 0 0,17 0 0,141 17 16,-158-17-16,17 0 0,-17 0 0,211 36 15,-176-36-15,-18 0 0,-17 0 0,211 0 16,-211 17-16,247-17 16,-248 0-16,1 0 15,52 0 1,-52 0-16,17 0 15,71 0 1,35 0 0,-123 0-16,-1 0 0,142 0 31,-106 0-15,0 0-1,159 18 16,-124-18-15,-53 0 0,53 0 15,-70 0-15</inkml:trace>
  <inkml:trace contextRef="#ctx0" brushRef="#br0" timeOffset="91347.22">21237 9754 0,'18'0'46,"299"-35"-14,-281 35-32,493 0 31,-229 0-15,-265 0-16,-17 0 0,-1 0 0,1 0 0,405 0 31,-193 0 0,-89 18-15,176-18-1,-282 0 1,195 0 0,-177-18 15,-18 18 0,124 18 0,-142-18-15</inkml:trace>
  <inkml:trace contextRef="#ctx0" brushRef="#br0" timeOffset="110325.54">25065 9172 0,'106'0'63,"335"-53"-32,-424 53-31,19-17 16,-19-36-1,-17 35 1,0 0-1,-17 18 1</inkml:trace>
  <inkml:trace contextRef="#ctx0" brushRef="#br0" timeOffset="110743.14">25135 9419 0,'53'0'32,"124"0"-17,-89 0 16,-35 0 1,-36 0-17,19 0 1,17 0 0,-36 0-16,-17-17 0</inkml:trace>
  <inkml:trace contextRef="#ctx0" brushRef="#br0" timeOffset="111337.48">25912 8696 0,'0'106'16,"0"-71"0,17 71-1,1 70 1,-18-158-16,0 35 16,0 35-1,17 0 1,-17-70-16,36 17 15,-19 0 1,1-17 0,-18 0-1,18 35 1</inkml:trace>
  <inkml:trace contextRef="#ctx0" brushRef="#br0" timeOffset="118008.97">14570 6703 0,'-124'0'140,"54"0"-124,52 0-16,-317 70 31,176-17-15,142-53 0,-19 18-1,19-18 1,17 35 31,-36 36-16,36-54-15,0 1-16,0 88 15,0-89-15,0 19 16,0 87-1,0-105-15,36 88 16,17 17 0,-18-105-16,18 88 15,-18 17 1,-17-123-16,-1 35 16,-17 18-1,0-35 1,0 88-1,0-89 1,0 36 0,0-17-1,-17 87 1,-1-105-16,18-1 16,-159 230-1,159-229-15,-17-18 16,-89 123-1,88-105 1,0-18 0,-17 18-1,-53-1 1,70-17 0,1 0 15,17 18 47,35 0-62,-35-1-16,35 1 15,36 35 1,-54-53-16,125 70 15,-54 1 1,-71-53-16,1-1 16,35 71-1,-53-70-15,88 158 16,-88-158-16,0 0 0,0-1 0,18-17 0,-18 18 16,0 17-16,53 318 15,-36-230 1,19-105-16,-19 317 15,1-299-15,-18-19 0,0 1 0,0 17 16,0-17-16,35 335 16,-35-336-16,18 54 15,-18-54-15,18 142 16,52 106 0,-70-248-16,0 19 0,18-19 15,17 177 1,18-88-1,-35-106-15,-18 18 0,0 17 16,17-17-16,-17 70 16,18-35-1,-18-36-15,35 89 16,36-35 0,-71-54-16,17 1 15,19 0 1,-19-18-1,-17-36 17,0-34-17,0 88 17,-123 176-17</inkml:trace>
  <inkml:trace contextRef="#ctx0" brushRef="#br0" timeOffset="124932.87">29580 11924 0,'18'0'47,"17"0"-31,-17 0-16,35 35 15,-18 0 1,36 18 0,-18 0-1,0-17 1,-18 16 0,-18-16-1,19 17 1,17 35-1,-36-53 1,1 71 0,0-53-1,-18-35-15,0 52 16,0-52-16,17 176 31,-17-177-31,0 72 16,0-72-16,0 301 31,0-177-15,0-124-16,0 54 15,0 282 17,0-212-17,0-18 1,0-105-16,0 0 0,0 105 31,0-105-15,0 17-1,0-17 17,0 17 46,18-17-63,17 52 1,71 1 0,-88-54-1,-1 1 1,-17 35 46,0-35-46,-123 123 15,70-88-15,-18 105 15,18-69-15,53-37-1,-17 37 1,-1-89-16,18 17 0,-35 248 31,35-124-15,0-123-16,0-1 0,0 1 0,0 17 15,0-17-15,-18 511 32,-17-300-17,35-211-15,0 0 0,0-1 0,0 1 0,0-1 0,0 54 16,-71 476 15,54-353-15,17-106-1,-18 247 17,18-264-17,0-1 1,-35 1 15,17-1-15,18-52-1,-88 88 17,88-141 15,-35-71-32,35 71-15,-18-18 16,18-106-1,35-88 1</inkml:trace>
  <inkml:trace contextRef="#ctx0" brushRef="#br0" timeOffset="135148.57">29580 11942 0,'36'0'47,"87"123"-16,-105-123-31,105 176 31,-105 142 1,70 176-1,-88-477-31,0 1 0,0 0 0,18-18 0,-18 17 0,35 72 16,-35-72-16,88 142 15,-70-89 1,-18 36-1,17-35 1,1 35 0,-18-89-16,0 19 0,35 34 15,-35-52-15,18 52 16,35 19 0,-53-54-16,18 0 15,-1 18 1,1 18-1,0 34 1,-18-69-16,17 17 16,-17-18-1,0-17-15,0 52 16,-17-17 0,17 18-1,-18 87 16,18-140-31,-18 158 32,1-70-17,17-88-15,-53 229 32,17 35-1,36-264-31,0 70 15,-17 18 1,17-89-16,-36 195 31,36-194-31,0 70 16,0-53-16,-52 194 31,34 36 0,0-124-15,-17 71 15,-53 123 1,88-318-32,-18 1 0,18 0 0,0-1 0,-70 248 15,-1-106 16,71-142-15,-18-17-16,-17 124 16,18-106-1,-107 140 1,124-140 0,-18-18-16,18 35 0,-105 106 15,87-123 1,18 0-1,-18-18 17,18 17-17,-17-140 1,52 70 0,-35 18-16,106-142 15,-89 160-15,89-301 16</inkml:trace>
  <inkml:trace contextRef="#ctx0" brushRef="#br0" timeOffset="136432.44">30357 13070 0,'17'-17'78,"18"17"-62,36-18 0,35 1-1,0-1 1</inkml:trace>
  <inkml:trace contextRef="#ctx0" brushRef="#br0" timeOffset="136741.51">30339 13247 0,'53'0'16,"-36"0"-1,1 0-15,35 0 16,70-35-1,-70 17 1,0 18 0,0 0-1,0 0 1,-18-18 0</inkml:trace>
  <inkml:trace contextRef="#ctx0" brushRef="#br0" timeOffset="137242.6">30692 12612 0,'70'53'78,"71"17"-62,-141-52-16,18-18 0,17 0 0,-35 18 0,18-18 0,17 35 15,-17-35-15,-18 17 0,17-17 0,1 18 0,247 194 32,-248-89-17,-17-35 1,-229 230 15,123-142-15,71-87-1,0-1 17,52-88-17,54-36 1,-54 19-16,36-18 0</inkml:trace>
  <inkml:trace contextRef="#ctx0" brushRef="#br0" timeOffset="141351.68">31979 12700 0,'0'-18'15,"-53"1"1,36 17-16,-1 0 16,-123 0-1,-18 141 1,71-18-1,88-105-15,0 0 0,-18-18 0,18 17 0,0 1 0,-35 158 16,35-70 0,0-35-1,0-54 1,35 36 0,71-18-1,71-17 1,-72-18-1,-87 0-15,123 0 16,-141-35-16,18 35 16,35-71-1,-36 54 1</inkml:trace>
  <inkml:trace contextRef="#ctx0" brushRef="#br0" timeOffset="141787.82">32456 12400 0,'-53'141'16,"35"-17"0,18-107-16,0 19 0,-35 122 15,17 19 1,-35-18-1,53-142 1,-17-17 31,52-53-16,-18 18-15,-17 17-16,18 18 0,-18-17 0</inkml:trace>
  <inkml:trace contextRef="#ctx0" brushRef="#br0" timeOffset="142350.94">32456 12594 0,'-53'141'47,"35"-105"-32,18-19-15,-18 71 16,-17 124-1,35-194-15,0 52 16,0 1 0,0-18-1,0 0 17,0-159 30,0 35-46,0 36-16,0 17 0,18-70 15,17-35-15</inkml:trace>
  <inkml:trace contextRef="#ctx0" brushRef="#br0" timeOffset="142934">32403 12188 0,'70'36'47,"-35"-19"-31,-35 19-16,230 140 31,-195-105-15,-35-54-16,0 19 15,0 193 1,0-212-16,-18 89 16,-52 71-1,52-160-15,18 19 0,-35 34 16,35-52-16,-159 141 31,71-124-15,70-35-16,-35 0 15,18 0 17,53 0-17,52-35 1,-52 35-16,264-265 31,-264 265-31</inkml:trace>
  <inkml:trace contextRef="#ctx0" brushRef="#br0" timeOffset="143616.26">33038 12471 0,'0'-18'46,"35"18"-14,-17 0-32,87 0 15,-16 0 1,-19 0 15,-52 0-15,-89 18 15,-70 88 0,106-106-15,17 0 0,1 0 15,-36 0-16,-18 0 17,18 35-1</inkml:trace>
  <inkml:trace contextRef="#ctx0" brushRef="#br0" timeOffset="144084.67">32949 12559 0,'0'18'16,"0"70"15,0 106 1,0-124-17,0 89 1,0-141-16,0 88 15,0-18 1,0-71-16,0 72 31,0-37 1,-17-52 14,-1-141-14,18 71-32</inkml:trace>
  <inkml:trace contextRef="#ctx0" brushRef="#br0" timeOffset="144607.04">32914 12912 0,'18'0'110,"176"17"-79,-177-17-31,72 0 16,-36 0-1,-18 0 79,-17 0-63</inkml:trace>
  <inkml:trace contextRef="#ctx0" brushRef="#br0" timeOffset="147820">31521 13758 0,'17'0'78,"389"-53"-46,-388 53-32,282-53 31,-1 18 0,-263 35-31,-36-35 0,17 35 0,71-18 31,-52 18-15</inkml:trace>
  <inkml:trace contextRef="#ctx0" brushRef="#br0" timeOffset="163969.07">31609 13847 0,'88'0'140,"212"-36"-108,-282 36-32,281-70 31,-52 52 0,-17 0 0,-107 1 1,-35-1-1,1 18 0,-37 0-15,1-18-1,0 18 1,-17-35 0,-19 35-1,1 0 17,-18-17 46,18 17-63</inkml:trace>
  <inkml:trace contextRef="#ctx0" brushRef="#br0" timeOffset="170115.88">11254 12153 0,'17'0'32,"19"35"30,-19 18-31,-17 0 1,0 0-1,18-18 63</inkml:trace>
  <inkml:trace contextRef="#ctx0" brushRef="#br0" timeOffset="170598.57">11395 12541 0,'0'18'31,"17"-18"1,-17 18-17,36-18 1</inkml:trace>
  <inkml:trace contextRef="#ctx0" brushRef="#br0" timeOffset="172829.92">14993 13935 0,'18'0'47,"-18"35"-1,0 53-30,0-35 31</inkml:trace>
  <inkml:trace contextRef="#ctx0" brushRef="#br0" timeOffset="173613.5">15028 13582 0,'0'18'47,"0"-1"-31,0 18 0,0-17 62</inkml:trace>
  <inkml:trace contextRef="#ctx0" brushRef="#br0" timeOffset="175026.46">11271 13882 0,'18'0'31</inkml:trace>
  <inkml:trace contextRef="#ctx0" brushRef="#br0" timeOffset="177238.5">11959 13758 0,'-17'0'78,"-1"0"-63,0 18 1,-123 70 15,88-35-15,36-35 0,-107 70 15,54-18-16,52-52 1,-35 17 15,53-17-15,-18-18 0,18 18 30,0 35 17,0-18-47</inkml:trace>
  <inkml:trace contextRef="#ctx0" brushRef="#br0" timeOffset="178161.52">12435 14129 0,'-17'0'32,"-89"0"-1,-141 123 0,18 71 0,-71-53 1,35-35-1,230-88 0,35-1 0,53-17 16,123 0-31,-158 0-16,17 0 0,-17 0 0</inkml:trace>
  <inkml:trace contextRef="#ctx0" brushRef="#br0" timeOffset="181159.46">13776 12524 0,'-35'0'31,"-54"0"-16,72 0-15,-107 88 32,54-18-17,35-70-15,17 18 16,0-18-16,18 35 0,-35-17 16,17-18-16,-35 18 15,-35-1 1,71-17-16,-54 18 15,1-1 1,70 1 0,0 35 46</inkml:trace>
  <inkml:trace contextRef="#ctx0" brushRef="#br0" timeOffset="194383.73">17604 1658 0,'0'18'31,"0"52"-15,0 18 0,35 18-1,-35-88-15,18-18 0,-18 70 16,0-34 0,-18-36-1</inkml:trace>
  <inkml:trace contextRef="#ctx0" brushRef="#br0" timeOffset="194668.18">17268 2134 0,'-70'53'16,"52"-35"0,18-1-16,-17-17 0,17 18 0,-18 35 15,18 18 1,0-36 0</inkml:trace>
  <inkml:trace contextRef="#ctx0" brushRef="#br0" timeOffset="195020.85">17321 2293 0,'0'-18'16,"106"-17"0,-71 35-1,1-18 1,52 1 0,-70 17-1,-1 0 1,19 0-1,158 70 17,-177-70-32,1 0 0,-1 18 15,1-18-15,35 53 16,-35-53-16</inkml:trace>
  <inkml:trace contextRef="#ctx0" brushRef="#br0" timeOffset="195439.5">17410 2487 0,'-36'0'16,"19"0"-1,-19 18 1,1-1 0,17-17-16,18 18 15</inkml:trace>
  <inkml:trace contextRef="#ctx0" brushRef="#br0" timeOffset="195819.98">17445 2452 0,'17'0'32,"-17"17"-1,18 19-15,-18-19-16,53 89 15,-35-71 1,-18-17-1,17 0 1,72 70 15,-37-53-15,-34-35 0,17 0 15,-17 0-16,53-17 1,-54 17-16,1-18 0</inkml:trace>
  <inkml:trace contextRef="#ctx0" brushRef="#br0" timeOffset="196160.89">17674 2646 0,'-17'0'0,"34"0"0,-34 17 31,69-17 79</inkml:trace>
  <inkml:trace contextRef="#ctx0" brushRef="#br0" timeOffset="196394.65">17974 2575 0,'71'53'31,"-71"-35"-31,17-18 0</inkml:trace>
  <inkml:trace contextRef="#ctx0" brushRef="#br0" timeOffset="196801.16">17868 2558 0,'-53'0'32,"-105"123"-1,-19 71 0,-70-53 0,194-88 1,124-53 14,-36-35-46</inkml:trace>
  <inkml:trace contextRef="#ctx0" brushRef="#br0" timeOffset="197106.9">17604 2822 0,'0'0'0,"0"88"32,0-35-17,17 106 16,-17-106 1,0-18-17</inkml:trace>
  <inkml:trace contextRef="#ctx0" brushRef="#br0" timeOffset="197665.59">17480 3034 0,'-18'35'46,"18"71"-30,-17 0 0,17 0-1,0-89-15,0 1 16,0 0 0,17-18 15,142 0-16,-141 0-15,317-36 32,-229-52-1,-53 18-15,-18-1 15,-17 71-16</inkml:trace>
  <inkml:trace contextRef="#ctx0" brushRef="#br0" timeOffset="198028.4">18768 1923 0,'-36'105'31,"36"-69"-15,-52 87-1,52-88 1,17 18 0,-17-35-1,0 17-15,18-17 16</inkml:trace>
  <inkml:trace contextRef="#ctx0" brushRef="#br0" timeOffset="198619.2">18538 2417 0,'36'0'47,"34"0"-31,-52 17-1,70 18 1,-70-35 0,-36 0 30,-17 0-30,-18 0 0,18 18-1,17-18 1,0 0 0,1 53 15,-19 53-16,19-53 1,-1 88 0,18-123-16,-17 87 15,17 36 1,0-123-16,0 0 16,0 52-1,0-34 1,0 69-1,0-87 17,35-141-1,18-54-15</inkml:trace>
  <inkml:trace contextRef="#ctx0" brushRef="#br0" timeOffset="199066.7">18591 2522 0,'36'0'78,"-19"0"-62,1 0-1,52 0 17,-17 0-17,-35 0 1,0 0 15,17 0 16,-35 18-16,0 0-15,-18-18 15</inkml:trace>
  <inkml:trace contextRef="#ctx0" brushRef="#br0" timeOffset="199365.86">18750 2558 0,'-18'17'15,"18"1"-15,0 123 32,0 35-1,0-140 0,0-1 0,18-35-31,0 0 16,17 0 0</inkml:trace>
  <inkml:trace contextRef="#ctx0" brushRef="#br0" timeOffset="199615.49">18997 2558 0,'-35'105'31,"17"-105"-31,1 53 16,-19 89 15,36-125-31,0 18 31,-17-35-15</inkml:trace>
  <inkml:trace contextRef="#ctx0" brushRef="#br0" timeOffset="199942.09">18486 2963 0,'70'-17'47,"36"-71"-32,-71 88-15,53-71 16,36 0 15</inkml:trace>
  <inkml:trace contextRef="#ctx0" brushRef="#br0" timeOffset="200380.48">18838 2734 0,'0'53'32,"18"-18"-1,35-17-15,0 17-1,0 18 16,-36 0-15,-17 53 0,-70 53 15,52-159-31,1 17 16,-36 1-1,-36-1 16,72-17-15,-36-17 15,-18-160 1,71 160-32,-17 17 0</inkml:trace>
  <inkml:trace contextRef="#ctx0" brushRef="#br0" timeOffset="200769.71">18627 2981 0,'0'-18'31,"17"36"0,1-18-31,123 123 31,-70-87-15,-71-19-16,17-17 0,124 89 31,-70-54 1,-36-35-17,18 70 16,18 1 1,-71-89 30,0-52-62</inkml:trace>
  <inkml:trace contextRef="#ctx0" brushRef="#br0" timeOffset="202271.84">16669 1887 0,'-18'-53'110,"18"36"-95,-35-36 17,0 35-17,-18 18 32,17 0-31,-34 53 15,17 35 0,53-70-15,0 35 0,0 106-1,0-124 1,0 141-1,0-158 1,0 0-16,88 264 16,-70-229-1,35 70 1,-18-17 0,-17-106-16,-1 106 15,1-71 16,-1 36 1,-17-36-17,18-17 1,-18-1 0,0 19-1,0-19 1,0 1-16,-18 52 31,1-52-15,-1-18-16,1 18 31,-19-18-15,1 0 15,0 0-16,17 0 1,-70 0 15,70 0-15,1 0 0,-19-36-1,-17 19 1,53-19-16,-17 36 15,17-17-15,-18 17 16,36 0 62</inkml:trace>
  <inkml:trace contextRef="#ctx0" brushRef="#br0" timeOffset="203788.02">20197 2910 0,'17'-35'32,"-17"0"-1,0-18-16,0 35-15,0-35 16,-17-105 15,-1 122-15,-17 36 46,-54 36-46,72-36-16,-19 53 16,36-36-16,-17 1 0,-107 229 31,124-212-15,0 36-1,0 34 16,36-105-15,52 18 15,-53-18-15,0-18 0,-17 18-16,35-88 15,53-194 16,-106 194-15,35 17 0,-35 54-16,18-54 15,-1-35 1,-17 89-16,36-248 31,-36 142 0,0 175 94,0 54-109,-18-18 0,18 54-1,0-125-15,-18 248 32,18-212-17,0-36-15,-17 125 31,17-54-15,0-71-16,0 19 16,0 69 15,0-87-15,0 0 30,0 35-14,70-36-1,71-87 0,-88-1-15,-35 36-16</inkml:trace>
  <inkml:trace contextRef="#ctx0" brushRef="#br0" timeOffset="204242.86">20532 2646 0,'-18'-18'31,"71"71"31,70 124-30,-34-19-1,-72-122 0,-17-19 32,0-123-32,0 89-31</inkml:trace>
  <inkml:trace contextRef="#ctx0" brushRef="#br0" timeOffset="204641.69">20761 2646 0,'-53'17'31,"0"36"-15,18 18 0,-18 35-1,0-53 32,0 0-16,88-71 32,36-35-47,88-17-1</inkml:trace>
  <inkml:trace contextRef="#ctx0" brushRef="#br0" timeOffset="205227.4">21819 2487 0,'-35'0'16,"53"0"62,17 0-63,53 0 1,-53 0 0,54 18-1,-36-18 1,-18 0-16,-35 17 0,53-17 15,-53 36 48</inkml:trace>
  <inkml:trace contextRef="#ctx0" brushRef="#br0" timeOffset="205659.86">21855 2893 0,'35'0'78,"71"0"-62,-53 0-1,0 0 1,-18-18-16,35 18 31,-52 0-31,0 0 16,35 0-1,-36 0 17,1 0-17,-18 35 16</inkml:trace>
  <inkml:trace contextRef="#ctx0" brushRef="#br0" timeOffset="207096.47">23989 2099 0,'0'123'62,"-71"72"-46,54-195-16,-19 105 15,36-87-15,-35 88 16,-18-36 15,71-70 0,194-105 1,-195 87-32,36-17 15,-18-1-15</inkml:trace>
  <inkml:trace contextRef="#ctx0" brushRef="#br0" timeOffset="207320.06">24395 2240 0,'17'0'31,"-17"18"-15,18-18-16,17 53 31,-17-18-15,17-35-16,-35 18 15,-18 140 17</inkml:trace>
  <inkml:trace contextRef="#ctx0" brushRef="#br0" timeOffset="208316.72">23954 2681 0,'0'-18'47,"17"18"31,160 0-46,-160 0-32,1 0 0,141-17 31,-53 17 0,-89 0-15,36 0 31,0 53-32,0 53 16,-53-53 1,0-36-32,-88 177 31,35-123 0,0-71 32,-53-124-48,53-52 17,35 176-17,18-18-15,0 1 78,0-19-62,0 19-16</inkml:trace>
  <inkml:trace contextRef="#ctx0" brushRef="#br0" timeOffset="208602.23">24253 2752 0,'-17'0'16,"-54"53"15,-35 105 0,106-140-31,-17-18 0,-142 229 32,36-105-1,123-89-16,0-53 17,229-281-1,-211 299-31,-18-18 0,17 18 0,-17-18 0,18 1 0</inkml:trace>
  <inkml:trace contextRef="#ctx0" brushRef="#br0" timeOffset="209066.92">25277 2064 0,'35'0'78,"53"0"-62,-17 0-1,-36 0 1,0 0 15,-70 17 0,17 1-15,18 0-16</inkml:trace>
  <inkml:trace contextRef="#ctx0" brushRef="#br0" timeOffset="209519.58">25418 1976 0,'0'0'0,"-53"88"16,-35 106 15,-18 0-15,70-88 15,36-89-15,0 1-1,-53 17 1,53 0 0,-17-17-1</inkml:trace>
  <inkml:trace contextRef="#ctx0" brushRef="#br0" timeOffset="209912.71">25206 2540 0,'53'0'62,"-35"0"-46,-1 35 15,1 18-15,-18-18-1,17 1 1,-17-19 0,0-34 46,0-1-46,0 0-16,0-34 0</inkml:trace>
  <inkml:trace contextRef="#ctx0" brushRef="#br0" timeOffset="210519.22">25294 2452 0,'0'-18'62,"53"18"-46,-18 0-16,-17 0 0,0 0 0,17 0 15,-17 0-15,-1 0 0,-17-17 0,124-1 16,-54-17 0,-17 35-1,-53-36-15,18 36 16,-1 0 0,36 0-1,-35 0-15,70 18 31,-17 35-15,-54-18 0,54 159 15,-71-141-15,-18 0-1,-17 18 16,35-54-15,-53-17 15,-88-176 1,141 141-32,-35-1 15,35 19-15,-18-36 16</inkml:trace>
  <inkml:trace contextRef="#ctx0" brushRef="#br0" timeOffset="211352.81">25576 2258 0,'0'35'31,"0"36"-16,0-36 1,0 53 0,0-17-1,0 123 17,18-53-1,0-53-16,-18-70-15,0 105 32,0-70-17,17 53 17,-17 17-1,0-70-16,0 35 17,18-141 93,17 1-110,-17-1 1</inkml:trace>
  <inkml:trace contextRef="#ctx0" brushRef="#br0" timeOffset="213424.45">23566 3598 0,'17'0'31,"124"-17"1,777-107-1,-866 124-31,-16 0 0,-19 0 0,36 0 0,0-35 0,-18 35 0,-17 0 0,35 0 0,-18 0 0,18 0 0,-35 0 0,17 0 16,18 0-16,-35 0 0,-1 0 0,36 0 0,-17 0 0,16 0 0,-16-18 0,-1 18 0,0 0 0,18 0 0,-18 0 0,18 0 0,-35 0 0,17 0 15,-17 0-15,0 0 0,35 0 0,-36 0 0,18 0 0,248 0 16,-266 0-16,1 0 0,105 0 15,-34 0 1,16 0 0,-69-17-1,-1 17 1,-17-18 0</inkml:trace>
  <inkml:trace contextRef="#ctx0" brushRef="#br0" timeOffset="214624.57">15769 3881 0,'35'0'31,"301"0"-16,-319 0-15,36 0 0,-35 0 0,17 0 0,1147-36 32,-1094 36-32,-53 0 0,18 0 0,670-35 15,-670 35-15,18 0 0,-36 0 0,53-35 0,-52 35 0,52 0 0,18 0 0,-71 0 0,18 0 0,17-18 0,-17 18 0,230-35 16,281 17 0,-529 18-16,-17 0 0,17 0 0,-17 0 0,-1 0 0,19 0 0,-19 0 0,1 0 0,282 0 31,-247 0-16,35-17 1,-70 17-16,-18-18 0,88-17 31,-106 52 126</inkml:trace>
  <inkml:trace contextRef="#ctx0" brushRef="#br0" timeOffset="-207187.32">19897 13441 0,'35'0'93,"141"0"-61,-158 0-32,17 0 0,-17 0 0,0 17 0,-1-17 0,1 0 0,158 0 15,-141 0-15,-17 0 0,194 18 16,17-18 0,-211 0-16,88 0 15,-71 0 1,-18 0-1,1 0 110,53-18-109</inkml:trace>
  <inkml:trace contextRef="#ctx0" brushRef="#br0" timeOffset="-179507.18">12982 15628 0,'0'-18'328,"0"1"-297,0-1-15,0-17 15,0 70 313,0-17-329,0-1 1,0 1 0,0 17-1,0 1 1,0-19 0,-17 19-1,-1 52 1,18-35-1,0-89 220,18 1-220,-1 0 1,1 0 0,0-1-1,17 1 1,-18-18 0,-17 35 265,-35-17-266,18 0 1,-1 17 0,18-17 15</inkml:trace>
  <inkml:trace contextRef="#ctx0" brushRef="#br0" timeOffset="-178727.1">13000 15487 0,'0'53'16,"0"-35"0,0-1-16,0 1 15,0 17 1,0 0-1,-18-17 1,18 0 15,0-1-15,-17-17-16,17 18 16,0 0-1,0-1 1,0-52 156,0 0-157,17-36 1,1 1 0,-18 52 15,0 0 0</inkml:trace>
  <inkml:trace contextRef="#ctx0" brushRef="#br0" timeOffset="-166725.95">12559 16051 0,'0'36'63,"0"17"-48,0-36-15,0 18 16,0 54-1,0-72 1</inkml:trace>
  <inkml:trace contextRef="#ctx0" brushRef="#br0" timeOffset="-166336.72">12682 16245 0,'0'0'0,"18"0"16,17 0 0,1 18 15,-19-18 31,-17 18-30</inkml:trace>
  <inkml:trace contextRef="#ctx0" brushRef="#br0" timeOffset="-165358.75">13106 15910 0,'-18'0'47,"-17"18"-32,0 35 1,35-36-1,-18 1 1,0 0 0,18-1-1,-17 19 1,-1-1 15,18-17 32,71-18-48,-54 0-15,36 0 16,-35 0-16,52 0 31,-34 0 0,-19 123 1,-17-70-17,0 0 1,-53-18 15,36-17 0,-1-18-15,-141-53 15,142 18-15,-1-1 0,18-17-1</inkml:trace>
  <inkml:trace contextRef="#ctx0" brushRef="#br0" timeOffset="-164780.93">13000 15981 0,'0'0'0,"18"0"62,34 0-46,-34 0-1,35-35 1,18 17 0,70 18-1,-106-18 1,-17 18 15,-1 0 32,1 0-48</inkml:trace>
  <inkml:trace contextRef="#ctx0" brushRef="#br0" timeOffset="-161101.78">1993 15169 0,'-35'159'31,"-18"35"-15,53-176-16,-18 123 15,18-123-15,-17 35 16,-1 35-1,-17-35 1,35-36 0,17-17 62</inkml:trace>
  <inkml:trace contextRef="#ctx0" brushRef="#br0" timeOffset="-160136.49">2011 15099 0,'53'18'94,"0"70"-63,-36-71-15,54 72 15,-71-54-15,0 0-1,-35 0 16,-36 36 1,18-71-1,-53 0-15,71 0-1,70 0 48</inkml:trace>
  <inkml:trace contextRef="#ctx0" brushRef="#br0" timeOffset="-158614.8">2699 14993 0,'-18'0'94,"0"0"-63,-17 18-15,35-1-1,-35 19 1,-18 52 15,35-53-15,18 18-1,0 18 1,0-54-16,-35 71 16,35-35-1,0-35-15,0 35 16,18 35-1,-1-53 1,1 54 0,0-89-16,-18 17 15,105 18 1,-87-35-16,0 0 0,70 18 16</inkml:trace>
  <inkml:trace contextRef="#ctx0" brushRef="#br0" timeOffset="-157333.23">2999 15205 0,'17'0'32,"107"194"-1,-124-177-31,35 107 15,-17-124-15,-18 18 0,35 52 16,-17 36 0,-1-36 15,1-70 16</inkml:trace>
  <inkml:trace contextRef="#ctx0" brushRef="#br0" timeOffset="-156852.46">3263 15117 0,'-88'123'31,"176"-246"-31,-229 317 16,123-194-16,18 17 0,-52 18 16,-19 71-1,53-88-15,-52 88 16,17-36-1,35-52-15,18 0 32,71-71 30,17 17-46</inkml:trace>
  <inkml:trace contextRef="#ctx0" brushRef="#br0" timeOffset="-156494.06">3387 15328 0,'0'-35'47,"53"35"-32,70 0 1,36 0 15,-142 0 0,1 0-15</inkml:trace>
  <inkml:trace contextRef="#ctx0" brushRef="#br0" timeOffset="-156141.79">3440 15505 0,'35'0'47,"0"0"-31,89 0-1,-89 0-15,106-18 16,-141 0 0,18 18-1,52 0 16,1 0-15,-1 18 0,-17 0-1</inkml:trace>
  <inkml:trace contextRef="#ctx0" brushRef="#br0" timeOffset="-155396.05">4216 15205 0,'-36'176'31,"19"-88"-15,-1-88-16,1 89 16,-1-37-1,18-16 1,0-1-1,0-17 1,0 35 0,18-36-1,17 18 1</inkml:trace>
  <inkml:trace contextRef="#ctx0" brushRef="#br0" timeOffset="-155145.09">4357 15681 0,'70'18'16,"-52"-18"-1,0 35 1,-18-17 31,17-18-32</inkml:trace>
  <inkml:trace contextRef="#ctx0" brushRef="#br0" timeOffset="-154491.1">4762 15240 0,'0'0'15,"-17"106"1,-1-106-16,1 53 31,69-53 79,54 0-79,-88 0 0,17 88 0,-35-70-31,0 123 32,-17-88-17,-1-53 1,-17 0 15,-177-53 0,141 17-15,1 1 15</inkml:trace>
  <inkml:trace contextRef="#ctx0" brushRef="#br0" timeOffset="-153974.05">4604 15381 0,'0'0'31,"17"0"-15,160-18 15,-124-17 0,-53 0-31,17 35 47,124-18-16,-105 18-15,-19 0 15,1 0 16</inkml:trace>
  <inkml:trace contextRef="#ctx0" brushRef="#br0" timeOffset="-153568.35">5415 15169 0,'53'89'15,"-53"-72"-15,-53-123 0,194 442 31,-141-319-31,18 107 32,-18-107-17,0 54 17,0-53-17,-35-1 16,-18 1-15</inkml:trace>
  <inkml:trace contextRef="#ctx0" brushRef="#br0" timeOffset="-153041.11">5927 15275 0,'0'0'31,"17"0"0,195 0 1,-141-17-1,-54 17 0</inkml:trace>
  <inkml:trace contextRef="#ctx0" brushRef="#br0" timeOffset="-152754.33">5944 15452 0,'18'17'47,"52"-17"-31,-52 0-16,70 0 15,-17 0 1,-36 0-1,0-35 1,1 35 15,-19 18-15</inkml:trace>
  <inkml:trace contextRef="#ctx0" brushRef="#br0" timeOffset="-152226.14">6473 15381 0,'18'88'16,"-18"-70"-1,53 141 1,-18-124 0,-17-17-16,0 35 15,-18-36-15,17-17 0,1 18 16,0-1 0,34-17-1,1-52 16,-53-72-15,0 1 0,-17-1-1,-1 106-15,-17 1 16,0-71 0,17 70-16,-17 0 15,17 18 1,-70 0-1,-18 89 1,88-72 0,18 1-1,0-1-15,0 19 16,18 34 0,17-17-1</inkml:trace>
  <inkml:trace contextRef="#ctx0" brushRef="#br0" timeOffset="-141618.25">11254 15346 0,'0'0'0,"-18"35"31</inkml:trace>
  <inkml:trace contextRef="#ctx0" brushRef="#br0" timeOffset="-140368.95">14658 15540 0,'-18'53'31,"-35"17"1,18 1-1,35-53 0,0-89 47</inkml:trace>
  <inkml:trace contextRef="#ctx0" brushRef="#br0" timeOffset="-140188.39">14570 15558 0,'0'35'32,"0"0"-17,0-17 1,0 35 15</inkml:trace>
  <inkml:trace contextRef="#ctx0" brushRef="#br0" timeOffset="-118395.14">12065 12083 0,'0'53'172,"-18"123"-141,18-158-31,-35 229 31,0-1 0,35-228-31,-35-18 0,35 18 0,0-1 0,-18 160 32,-53 123-1,71-283-31,0 19 0,-53 281 16,53-299-1,0-1-15,0 1 0,0 0 0,-17 105 16,17 1-1,-18-107-15,18 36 16,0 71 0,0-107-16,0 71 15,-17 36 1,-1-71 0,18 17-1,0 1 1,-18 17-1,18-70 1,0 35 0,-17 35-1,17-71 1,0 19 0,0-19-1,0 125 1,0-107-1,-53 176 1,53-87 15,0-142 172,0-35-187,0 36-16,88-177 16,-70 158-1,193-246 1</inkml:trace>
  <inkml:trace contextRef="#ctx0" brushRef="#br0" timeOffset="-116526.36">12435 12118 0,'0'35'62,"-70"124"-30,70-141-32,-18 87 15,18 1 1,-17 88 15,17-70-15,0-54-1,0 89 1,-36 123 15,36-141-15,0-123-16,-17 211 31,17-140-15,0 175 15,0-246-31,0 193 31,0-193-31,-36 88 16,19-18 0,17 88 15,-18 18 0,0-52 0,1-19 1,17-105-32,0 17 15,0 18 16,-18-53-31,18 18 0,0 34 32,18-122 77,-1 52-93,72-35-1,-36-17-15</inkml:trace>
  <inkml:trace contextRef="#ctx0" brushRef="#br0" timeOffset="-107999.83">12859 12136 0,'17'0'93,"-17"70"-77,0-52-16,18 105 16,-18 71-1,0-176-15,0 17 0,0-17 0,0-1 0,0 107 16,0 35-1,0 158 1,0-176 0,0 53-1,-18-194-15,18 18 0,0 17 0,0-17 0,0 105 16,-17 18 0,17-123-16,0 0 0,-18-1 0,18 1 0,0 105 15,0-105-15,-35 0 0,17 158 16,18-52-1,0-107-15,-17-17 0,17 36 0,0 52 16,0-18 0,-18 36-1,18-71-15,-18 36 16,18-53 0,0 52-1,-17-17 1,17 0-1,-18 70 17,0-105-1,18 17-15,0-17-1,0 17 16,0-17-15,0 0 375,0 34-376,0-34 17,0 0 30,36-36 110,34-105-156</inkml:trace>
  <inkml:trace contextRef="#ctx0" brushRef="#br0" timeOffset="-105343.87">1834 16051 0,'0'-17'62,"36"17"-46,70-18 0,88 18-1,-159 0-15,-18 0 0,1 0 0,0 0 0,211 0 16,-194 0-16,-17 0 0,0 0 0,17 0 0,0 0 0,-17 0 0,35 0 0,-18 0 0,-17 0 0,-1 0 0,36 0 0,-35 0 0,0 0 0,17 0 0,0 0 15,0 0-15,-17 0 0,0 0 0,-1 0 0,36 0 0,-35 0 0,17 0 0,0 0 0,-17 0 0,17 0 0,-17 0 0,35 0 0,-36 0 0,19 0 0,-19 0 16,1 0-16,35 0 0,-18 0 0,0-18 0,-17 18 0,17 0 0,18 0 0,-17 0 0,17 0 0,-18 0 0,18 0 0,-36-17 0,107 17 16,-107 0-16,36 0 0,-35 0 0,17-35 0,1 35 0,-1 0 0,-17 0 0,17 0 0,18-18 0,0 18 0,-36 0 0,71 0 15,-70 0-15,0-18 0,-1 18 0,19 0 0,-1 0 0,-17 0 0,17 0 0,-18 0 0,1 0 0,17 0 0,-17 0 0,0 0 0,-1 0 0,1-17 0,0 17 16,-1 0-16,36 0 0,-18 0 0,-17 0 0,0 0 0,-1 0 0,1 0 0,70 0 16,89-18-1,17 0 1,-177-17-16,71 35 15,-70 0-15,158-18 16,-34 18 0,-54 0-1,-71 0-15,107 0 16,-107 0-16,248 0 31,-141 36 0,-107-36 1,54 0-1,17 176 0,-88 106-15</inkml:trace>
</inkml:ink>
</file>

<file path=ppt/ink/ink2.xml><?xml version="1.0" encoding="utf-8"?>
<inkml:ink xmlns:inkml="http://www.w3.org/2003/InkML">
  <inkml:definitions>
    <inkml:context xml:id="ctx0">
      <inkml:inkSource xml:id="inkSrc0">
        <inkml:traceFormat>
          <inkml:channel name="X" type="integer" max="4480" units="cm"/>
          <inkml:channel name="Y" type="integer" max="1440" units="cm"/>
          <inkml:channel name="T" type="integer" max="2.14748E9" units="dev"/>
        </inkml:traceFormat>
        <inkml:channelProperties>
          <inkml:channelProperty channel="X" name="resolution" value="85.00949" units="1/cm"/>
          <inkml:channelProperty channel="Y" name="resolution" value="48.64865" units="1/cm"/>
          <inkml:channelProperty channel="T" name="resolution" value="1" units="1/dev"/>
        </inkml:channelProperties>
      </inkml:inkSource>
      <inkml:timestamp xml:id="ts0" timeString="2024-10-28T02:22:42.794"/>
    </inkml:context>
    <inkml:brush xml:id="br0">
      <inkml:brushProperty name="width" value="0.05292" units="cm"/>
      <inkml:brushProperty name="height" value="0.05292" units="cm"/>
      <inkml:brushProperty name="color" value="#FF0000"/>
    </inkml:brush>
  </inkml:definitions>
  <inkml:trace contextRef="#ctx0" brushRef="#br0">12718 11218 0,'35'0'94,"-17"-17"-79,-1 17 1,36-18-1,-18-17 1,-17 35 0,0 0-1,35 17 17,-18 1-17,-35 0-15,53 17 16,35 53-1,-88-70-15,18-18 0,-18 17 0,88 107 16,18-36 0,-71-35-1,0-35 1,-17-18 0,-18-71 77,0 53-93</inkml:trace>
  <inkml:trace contextRef="#ctx0" brushRef="#br0" timeOffset="376.14">13317 11183 0,'0'0'0,"-53"0"16,36 0-16,-54 53 16,-52 53-1,35-18 1,-1 35 0,72-123-16,17 18 0,-36-18 15,89 0 48,-17 0-48,-19 0-15,1 0 0</inkml:trace>
  <inkml:trace contextRef="#ctx0" brushRef="#br0" timeOffset="2889.67">11254 15328 0,'53'88'109,"-18"-35"-93,-18-53-16,-17 18 0,18 17 15,53 18 1,-54-53-16,19 35 16,87 54-1,-70-72 1,18 19 0,-54-36-16,36 35 15,71 18 1,-89-36-1,53 1 1,-35-18 0,70 0-1,-52 0 1,-18 0 0,-36 0-16,54-35 15,17-18 1,-70 35-1,17 1 17,0-19-1,1-52-15,-19 70-16,1-17 15,70-124 16,-70 159 141</inkml:trace>
  <inkml:trace contextRef="#ctx0" brushRef="#br0" timeOffset="3895.36">11536 12682 0,'-18'53'0,"36"-106"0,-89 142 0,54-72 0,17 1 0,-18-1 0,0 1 0,18 17 0,-17-17 0,-1 0 0,18-1 0,-53 19 16,36-19-16,17 19 0,-18-19 0,0 1 0,18-1 0,-17 1 0,17 0 0,-89 88 15,72-106-15,-1 35 16,89-70 47</inkml:trace>
  <inkml:trace contextRef="#ctx0" brushRef="#br0" timeOffset="4205.93">12488 12506 0,'-176'141'32,"352"-282"-32,-440 406 15,264-248-15,-36-17 0,36 18 0,-17-18 0,17 17 0,-18-17 0,18 18 0,-17-18 0,17 35 0,-18-17 0,0 0 16,1-1-16,-213 230 31,213-211-15,17-19-1,0 1 1</inkml:trace>
  <inkml:trace contextRef="#ctx0" brushRef="#br0" timeOffset="4484.7">12541 13282 0,'-17'53'16,"17"-35"-16,-36-1 0,89-105 0,-511 723 31,422-617-31,36-1 0,-17 1 0,-1-18 0,0 18 0,18-1 0,-17 19 0,-1-36 0,18 17 16,-17-17-16,17 18 0,-36-1 0,19 1 0,-1 0 0,0-1 0,1 19 0,-36 17 16,0-18-1,53-17 1,88 17 31,-17-35-47</inkml:trace>
  <inkml:trace contextRef="#ctx0" brushRef="#br0" timeOffset="4743.47">12718 14076 0,'-141'106'31,"141"-89"-31,-18-17 0,18 18 0,-18-18 0,18 18 0,-17-18 0,17 17 0,-36-17 0,-34 106 16,52-106-16,0 18 0,1-1 0,17 1 0,-35-18 0,17 18 0,0-18 0,18 17 0,-17 19 0,-1-36 0,18 17 0,-18 1 0,1-18 16,17 17-16,-36-17 0,1 18 0,35 0 0,-17-1 0,-1-17 0,18 36 0,-18-36 0,1 17 0,-19-17 0,36 18 0,-17-18 0,-1 18 15,18-1-15,-18-17 0,-34 71 16,87-71 31,141-18-32</inkml:trace>
  <inkml:trace contextRef="#ctx0" brushRef="#br0" timeOffset="5000.25">12612 14658 0,'-230'123'31,"230"-105"-31,-17-18 0,-18 18 0,17-1 0,-211 230 31,193-247-31,36 18 0,-70 105 31,105-123 16,18-35-47</inkml:trace>
  <inkml:trace contextRef="#ctx0" brushRef="#br0" timeOffset="9389.34">3034 16810 0,'0'-18'93,"-35"1"-46,-1 17-15,1 0-1,17 0-16,-70 17 1,53 19 0,0 52-1,-18 0 1,53-53-16,0 18 16,0 18-1,-18 105 1,18-158-16,0 52 15,0 1 1,0-1 0,0 1-1,0-1 1,0 1 0,-18-36-1,1-17 1,17 0-1,-53-54 32,0-34-31,18-1 0,17 1-1,18 52-15,-18-35 16,18 35-1</inkml:trace>
  <inkml:trace contextRef="#ctx0" brushRef="#br0" timeOffset="14453.39">2787 17921 0,'88'0'94,"-53"0"-79,36 0 17,-71-18-17,0 1 16</inkml:trace>
  <inkml:trace contextRef="#ctx0" brushRef="#br0" timeOffset="15737.4">3157 17727 0,'0'53'47,"0"-18"-31,0 1-1,18 34 1,0-52 0,-1-1-1,1 1 79,17 0-78,-17-1-1,-1-17 32,1 0-31,17-35-1,36-53 1,-53 88 0,17-35-1,-18 35 1,1-18-1,35 18 17,-35 0-17,-1 0-15,36 0 32,-17 0-1,-19 88 0,-17-53-15,0-17-16,0 88 15,0-88 1,-35-18 15,0 0 0,17 0-15,-35-18 0,0-17-1,35 35-15,-17 0 16,0-36 0,0 36-1,35-17 1,-36-1-1,19 0 17,-1 1-17,0 17 1,1-36 0,-18 36 15,17 0-16,18-17-15,-18 17 63,18-18 15,18 1-62,-18-1-16</inkml:trace>
  <inkml:trace contextRef="#ctx0" brushRef="#br0" timeOffset="16561.43">3334 16722 0,'0'70'78,"0"-34"-62,0 34-1,0 1 1,0-36 0,0-17 15,-18-18-15,18 35-1</inkml:trace>
  <inkml:trace contextRef="#ctx0" brushRef="#br0" timeOffset="16939.37">3510 16880 0,'0'-17'32,"-18"17"-32,-34 0 15,34 0-15,-70 0 16,70 0-16,-123 35 15,123-17 1,1-18 0</inkml:trace>
  <inkml:trace contextRef="#ctx0" brushRef="#br0" timeOffset="18776.93">4357 17057 0,'0'-53'32,"0"35"-17,0 1 16,0-1-15,-35 0 15,-54 18-15,72 0-16,-1 0 0,-35 0 16,-35 0-1,53 0 1,17 0-16,-53 36 15,54 17 1,17-18-16,-18-35 0,18 70 16,-17-70-16,17 18 0,-18 88 15,18 35 1,0-123-16,0 140 16,0 230-1,0-264 1,-35-36-1,17-70-15,18 35 16,0 0 0,-35-53 46,17-18-46,0 0-16,1-35 15,17 36-15,-53-54 16,53 1 0,0 52-1,0-53 1,18-17 0</inkml:trace>
  <inkml:trace contextRef="#ctx0" brushRef="#br0" timeOffset="19249.91">3704 17498 0,'0'0'0,"53"0"94,35 0-78,-70 0-1,17 0 1,-17 0 31,-1 0-32,1 0 1,17 0 0,-17 0-1,0 0-15</inkml:trace>
  <inkml:trace contextRef="#ctx0" brushRef="#br0" timeOffset="19880.55">4480 17233 0,'-35'18'31,"-18"35"-16,35-53-15,-34 88 16,-90 159 15,142-194-15,0-18 0,0-17-16,36 17 31,17-35-16,0 0 1,70-18 15,-70-17-15</inkml:trace>
  <inkml:trace contextRef="#ctx0" brushRef="#br0" timeOffset="20254.66">4657 17357 0,'0'0'0,"17"53"78,36 35-62,-53-35 0,18 0 15,-18-18 0,17-35 0</inkml:trace>
  <inkml:trace contextRef="#ctx0" brushRef="#br0" timeOffset="20705.93">4904 17268 0,'-18'0'31,"0"0"-31,-123 18 31,35 141 1,106-124-1,-17-35 0,-1 18 16,18-1 15,35-17-62</inkml:trace>
  <inkml:trace contextRef="#ctx0" brushRef="#br0" timeOffset="21425.68">4533 17304 0,'35'53'93,"-17"-53"-77,-18 17-16,18 1 31,-18 0 16,0-1-31,17 1-1,1-18-15,0 35 16,-1-17 0,19-18-1</inkml:trace>
  <inkml:trace contextRef="#ctx0" brushRef="#br0" timeOffset="22002.93">5203 17145 0,'0'18'31,"0"35"-15,-17-36-16,17 54 15,0 35 1,0-89-16,0 36 16,0-35-16,-18 52 15,-17-52 1,17-18-16,1 18 16,17 17-16,-18-17 15,0-1 1,1 18-1,70-17 17,17-18-17,-52 0 1</inkml:trace>
  <inkml:trace contextRef="#ctx0" brushRef="#br0" timeOffset="23206.85">5980 17551 0,'0'-18'62,"-18"-53"-46,0 36 0,-17-35-1,0 70-15,-53-124 32,70 124-17,0 0 1,-176 159 15,177-106-15,-19 70-1,36-17 17,36-106 14,52 0-30,-35-35 0,53-53-1,-106 70-15,105-264 32,-87 158-17,-18 107-15,18-36 16,17-124 15,-17 142-15,-18 53 77,-18 299-61,18-299-32,0 70 15,0 194 17,35-123-1,18-88-16,-18-1 17,-17-87 30,70-125-31,-70 125-31</inkml:trace>
  <inkml:trace contextRef="#ctx0" brushRef="#br0" timeOffset="23570.81">6209 17268 0,'0'0'16,"18"0"47,70 0-32,-71 0-31,72-17 31,-72 17 0,-34 0 32,-19 0-48</inkml:trace>
  <inkml:trace contextRef="#ctx0" brushRef="#br0" timeOffset="24040.81">6262 17074 0,'-18'53'47,"1"159"-16,17-53 0,0-89-15,35 54 15,-35-107-15,17-17 15,125-17 0,-125 17-31,-17-18 0,35 18 0,54-88 31,-19 17 1,-70 54-17</inkml:trace>
  <inkml:trace contextRef="#ctx0" brushRef="#br0" timeOffset="26814.39">6297 17357 0,'-18'0'32,"1"0"-17,-18 0 17,-1-36-17,36 19 79,0-19-78,0-16-1,53-1 1,-53 35-16,18 18 0,52-88 15,-52 70 1,17 18 31,1 0-31,34 71-1,-35-54 1,18 36-1,0 71 1,-35-124-16,-18 17 0,0 19 16,18 105-1,-18-124-15,0 36 16,17 36 0,-17-54-16,18 18 15,-18-36 1,17 19-1,-69-72 32,16-69-31,36 52 0,-35-106-1,35 141-15,0-70 16</inkml:trace>
  <inkml:trace contextRef="#ctx0" brushRef="#br0" timeOffset="27425.47">6579 17057 0,'0'70'157,"-17"-34"-142,17-19-15,-36 124 16,19-105-1,17-19-15,-18 54 16,18-54 0,0 1-16,-53 17 15,36-35 1,-1 53 0,18-35-1,0 0 1,-18-18 78,36-18-79,-18 0-15,35-52 16</inkml:trace>
  <inkml:trace contextRef="#ctx0" brushRef="#br0" timeOffset="32398.96">10583 15275 0,'0'-35'78,"0"70"47,-17 36-109,17-54-16,0 19 16,0 34-1,-18 1 1,18-36 0,0 0-16,-35-35 15,35 18 1,0-53 46,0-18-46,0 35-16,35-105 16,-17 87-1,-18 19-15,17-36 16,19 18-1,-36 17-15,17-17 16</inkml:trace>
  <inkml:trace contextRef="#ctx0" brushRef="#br0" timeOffset="40202.93">9278 15222 0,'-18'0'31,"-105"36"1,-106 105-1,70-18-15,159-105-1,-35 0 1,70-18 15</inkml:trace>
  <inkml:trace contextRef="#ctx0" brushRef="#br0" timeOffset="40487.53">9648 15328 0,'18'0'0,"-53"18"47,17-1-16,18 1 0,18-18 0</inkml:trace>
  <inkml:trace contextRef="#ctx0" brushRef="#br0" timeOffset="40746.26">10372 15346 0,'-106'35'15,"71"0"1,17-35-16,-70 53 16,17 0-1,36-53-15,-18 106 16,53-88-1,0-1-15,0 1 16</inkml:trace>
  <inkml:trace contextRef="#ctx0" brushRef="#br0" timeOffset="44233.61">14676 15681 0</inkml:trace>
  <inkml:trace contextRef="#ctx0" brushRef="#br0" timeOffset="45814.63">16545 15734 0,'0'70'140,"18"1"-108,-18-159 61,0-18-77,0 53 0,0 159 77,-18 53-61,18-142-32,-17-17 62,17-141-31,0 124-31,0-89 32,0 212 30,0-36-46,0-17-1</inkml:trace>
  <inkml:trace contextRef="#ctx0" brushRef="#br0" timeOffset="46687.25">16298 15981 0,'71'0'47,"158"141"-16,-211-141-31,-18 18 0,159 105 32,-124-52-17,-35 52 1,0-105-16,0 17 15,-18 18 1,-17-53 31,-124-141-16,159 0-15</inkml:trace>
  <inkml:trace contextRef="#ctx0" brushRef="#br0" timeOffset="46955.42">16598 16122 0,'-17'0'31,"-1"0"-31,-17 18 16,-1 34 0,19-52 62,17 18-63</inkml:trace>
  <inkml:trace contextRef="#ctx0" brushRef="#br0" timeOffset="47282.1">16739 15928 0,'-53'35'47,"-141"124"-16,177-141-31,-19 34 15,36-34 1,0 0 47</inkml:trace>
  <inkml:trace contextRef="#ctx0" brushRef="#br0" timeOffset="63190.7">2681 617 0,'-35'0'46,"35"-17"-30,-18 52 140,18 71-140,0 70 15,35 1 0,-17-177-31,-18 35 0,18 141 32,-1-35-1,-17-123 0,-88-18 79,-53-71-79,123 71 0,1 0 0,-1-52 1,1 16-1</inkml:trace>
  <inkml:trace contextRef="#ctx0" brushRef="#br0" timeOffset="66580.82">2999 1393 0,'-18'0'219,"-17"0"-157,17 0-46,0 0-1,1 0 64,17 36-48,0-19-31,0 125 31,17-72 0,1-52-15,17-18 0,-17 0 46,105-53-31,-105-35 1,17 52-1,-35 19 0,0 34 32,18-17-48,35 124 1,-53-71-1,35-53-15,-17 88 16,35 18 0,-53-89-16,17 1 31,-17-53 0,53-177-15,-35 194-1,17-140-15</inkml:trace>
  <inkml:trace contextRef="#ctx0" brushRef="#br0" timeOffset="67067.49">3175 529 0,'0'53'31,"0"-18"-15,35 71-1,36 0 1,-18-18-1,-53-70 1,70-18 47,-52-18-48,0-88 1,-18 53-1</inkml:trace>
  <inkml:trace contextRef="#ctx0" brushRef="#br0" timeOffset="67406.84">3440 564 0,'-106'53'31,"18"53"-15,88-88-16,-53 35 16,0 53-1,0-89 17,53 1 30,70-18 1</inkml:trace>
  <inkml:trace contextRef="#ctx0" brushRef="#br0" timeOffset="71616.84">3739 18045 0,'71'-36'63,"52"1"-48,-105 35-15,405 0 31,-229 0 1,-158 0-1,193 0 0,-211 0-31,35-53 31,-53-70 1,0 105-17</inkml:trace>
  <inkml:trace contextRef="#ctx0" brushRef="#br0" timeOffset="74740.72">4692 564 0,'18'18'109,"-18"17"-93,35 1-1,-35 34 32,-71 142-15,71-124-17,0-35 1</inkml:trace>
  <inkml:trace contextRef="#ctx0" brushRef="#br0" timeOffset="75518.57">4180 1164 0,'18'0'78,"0"0"-62,229 0-1,-53 0 1,-177 0-16,1 0 0,0 0 0,193 0 16,54 0-1,-248 0-15,54 0 16,0 0 0,-36 0-1,71 0 1,-89 0-1,1 0 1</inkml:trace>
  <inkml:trace contextRef="#ctx0" brushRef="#br0" timeOffset="76410.6">4392 1235 0,'-18'70'32,"1"-34"-17,17-19-15,-18 71 16,-17 18-1,35-88-15,0 88 16,0-71 0,0-53 93,35-17-93,18 0 15,-35 35-15,52-18-1,-52 18 16,-36 0 16,-17 18-31,-18 70 0,18-70-1,35-1 1,-18-17-1,-17 0 48,35-17-47,-18 17-16,18-36 15</inkml:trace>
  <inkml:trace contextRef="#ctx0" brushRef="#br0" timeOffset="76751.11">4498 1588 0,'18'0'0,"-1"-18"16,18 18-1,36-35 1,-53 35-16,-18-18 0,35 18 16,88 0 15,-34 0-16,-54-18 1,88 1 15</inkml:trace>
  <inkml:trace contextRef="#ctx0" brushRef="#br0" timeOffset="77503.63">5415 1446 0,'-17'-17'15,"34"34"-15,-52-34 16,17 17-1,-17 0 1,0 0 0,-1 88 15,36-53-31,0-17 16,0 0-16,0 17 15,89 88 16,-54-105-15,35-18 15,-34 0-15,-1-35 0,-17 35-16,35-106 31,-53 88-16,52 36 48,1 123-32,-35-123 0,35-18 16,17-36-31</inkml:trace>
  <inkml:trace contextRef="#ctx0" brushRef="#br0" timeOffset="78529.6">6403 1182 0,'0'-18'78,"-18"1"-62,1 17-16,-36-53 31,35 53 0,-88 35 1,36 71-17,-1 17 1,71-105-16,0 158 31,18-158-15,-18 0-16,35-36 47,212-211-16,-159 105-15,-17 1-1,-71 17 1,-18-88 15,18 176-31,-18 18 31,18 88 32,0 53-48,0-123-15,0 0 0,0 229 32,0-71-1,36-123-15,-19 0-1,1 0 16,-18-36-15,35-17 15,36 0-15,17-17 0</inkml:trace>
  <inkml:trace contextRef="#ctx0" brushRef="#br0" timeOffset="78921.97">6862 1164 0,'0'18'32,"35"105"-1,18-52 0,-36-36 0,-17-17-15,36-1 0,-19-17 15</inkml:trace>
  <inkml:trace contextRef="#ctx0" brushRef="#br0" timeOffset="79212.28">7073 1199 0,'-35'18'31,"-89"123"-15,124-123-1,-52 35 1,52-36 31,0 1-16</inkml:trace>
  <inkml:trace contextRef="#ctx0" brushRef="#br0" timeOffset="80109.37">2028 2893 0,'18'0'63,"0"0"-47,105 17 15,-70 1-16,-35-18-15,-1 0 16,19 35 0,-36-17-16</inkml:trace>
  <inkml:trace contextRef="#ctx0" brushRef="#br0" timeOffset="80381.28">2064 3228 0,'141'0'63,"-71"0"-48,-52 0-15,141-35 32,-142 35-1</inkml:trace>
  <inkml:trace contextRef="#ctx0" brushRef="#br0" timeOffset="86257.22">4886 2417 0,'0'52'47,"0"-16"-31,0-1-16,0-17 15,0-1 32</inkml:trace>
  <inkml:trace contextRef="#ctx0" brushRef="#br0" timeOffset="86715.93">3739 2946 0,'18'0'15,"53"0"1,-54 0-16,1 0 0,0 0 0,-1 0 0,671 0 31,-670 0-31,35 0 0,-18 0 0,0 0 0,0 0 0,18 0 0,-17 0 0,17 0 0,-18 0 0,18 0 0,-18 0 16,18 0-16,-18 0 0,18 0 0,0 0 0,18 0 0,-54 0 0,19 0 0,17 0 0,-1 0 0,-16 0 0,17 0 0,-36 0 0,1 0 0,105 0 15,-87 0-15,-1 0 0,229-36 32,-299 36 14,-35 71-30</inkml:trace>
  <inkml:trace contextRef="#ctx0" brushRef="#br0" timeOffset="87347.42">4516 3157 0,'-18'124'16,"18"-107"-16,-18 72 16,1 52-1,17-106-15,-36 36 16,19-1 15,52-140 16,124-72-16,-142 125-15,89 17 15,-88 0-31,70 35 31,-88-17-31,-35 52 32,-230 36-1,212-71 0,36-87 0,17-19 1</inkml:trace>
  <inkml:trace contextRef="#ctx0" brushRef="#br0" timeOffset="87611.15">4762 3510 0,'124'0'31,"-248"0"-31,336 0 16,-194 0-16,17 0 0,-17 0 0,-1 0 0,1 0 0,0 0 0,-1 0 0,1 0 0,194-18 31,-212 1 16,17 17-31</inkml:trace>
  <inkml:trace contextRef="#ctx0" brushRef="#br0" timeOffset="88206.08">5927 3440 0,'-18'-89'31,"18"72"-31,-35 17 0,-1-18 32,19 18-32,-89 71 31,53 140 0,53-193-31,18 35 31,88-53 1,17-53-17,-123 35-15,18 18 0,-1-17 0,89-107 16,-71 177 62,1 18-62,-36-54-16,35 54 31,0-36 31,-35-17-46</inkml:trace>
  <inkml:trace contextRef="#ctx0" brushRef="#br0" timeOffset="90238.1">3845 2646 0,'-17'17'0,"34"-34"0,-52 70 0,35-36 0,-18-17 0,18 18 16,0 0-16,-17-1 0,-1 1 0,18 0 0,-18-1 0,18 19 0,-141 475 31,106-388-15,35-105-16,0 53 15,106-36 17,17-35-17,689-35 16,-795 35-31,1 0 0,0 0 0,35-36 0,-36 36 0,1 0 0,-1 0 0,1 0 16,0 0-16,-1 0 0,1 0 0,17 0 0,-17 0 0,0 0 0,-1 0 0,1 0 0,0 0 0,-1 0 16,54 0-16</inkml:trace>
  <inkml:trace contextRef="#ctx0" brushRef="#br0" timeOffset="90754.24">6456 2875 0,'-18'265'31,"36"-530"-31,-71 618 16,53-318-16,-18-35 0,18 18 0,-88 70 16,70-53-1,18-17-15,-17 35 31,17-36-15,53 1 15,-36-18-15</inkml:trace>
  <inkml:trace contextRef="#ctx0" brushRef="#br0" timeOffset="91176.33">6668 2928 0,'0'-18'16,"17"18"0,18 71-1,54 123 16,-54-106-15,-35-53 0,0-17 31,18-53-32,34-53 1</inkml:trace>
  <inkml:trace contextRef="#ctx0" brushRef="#br0" timeOffset="91469.24">6932 2840 0,'-88'70'31,"88"-52"-31,-18-18 0,-35 71 16,-35-18 0,88-36-16,-53 89 31,53-88-15,0-1-1,18-17 1,0 0 15</inkml:trace>
  <inkml:trace contextRef="#ctx0" brushRef="#br0" timeOffset="93129.69">7391 2910 0,'53'0'63,"176"18"-32,-159-18 0,-52 0 16</inkml:trace>
  <inkml:trace contextRef="#ctx0" brushRef="#br0" timeOffset="95001.95">7620 2628 0,'0'106'31,"0"53"-15,0-142-16,0 1 0,0 247 31,0-248-31,0 89 31,0-88-15,35-36 46,-17 0-62</inkml:trace>
  <inkml:trace contextRef="#ctx0" brushRef="#br0" timeOffset="95473.11">8872 2787 0,'-176'-18'32,"158"18"-32,212 18 0,-582 264 31,388-264-31,-17 17 0,17-17 0,0-1 0,0 1 0,0 70 15,17-17 1,160-1 15,-71-70-15,-89 0-16,107-88 31,-89 18-15,-35 52-16,0-70 31</inkml:trace>
  <inkml:trace contextRef="#ctx0" brushRef="#br0" timeOffset="100501.08">8908 2769 0,'0'-17'31</inkml:trace>
  <inkml:trace contextRef="#ctx0" brushRef="#br0" timeOffset="102614.4">8326 3545 0,'70'-17'125,"248"17"-93,-142 0-1,-123 0 0,-71 0 79,-229 0-79,230 0-16,-230-18 17,159 18-17,70 0 32,71-18 16,-36 18-48,1 0-15,70-17 32,-70 17-32,17 0 15</inkml:trace>
  <inkml:trace contextRef="#ctx0" brushRef="#br0" timeOffset="113051.35">2099 4745 0,'18'0'78,"52"0"-63,-52 0-15,105-35 16,-105 35 0,35 0-1</inkml:trace>
  <inkml:trace contextRef="#ctx0" brushRef="#br0" timeOffset="113444.37">2064 4868 0,'106'0'62,"-71"0"-46,-18 0-16,125 0 15,-89 0 1,-36-17 0,1 17-1,-1 0 1,1 0-1</inkml:trace>
  <inkml:trace contextRef="#ctx0" brushRef="#br0" timeOffset="116023.15">5733 4568 0,'17'53'46,"1"88"-14,-18-123-32,35 88 31,-35-88-31,0 17 31,0-88 110,0 35-126,0-70 1,18 53 31,17 35-16,-17 0-15,-1 0-1,36 17 1,0 19 0,-35-19-1,-18 19 1,0-1 0,-35 18-1,-18 0 1,17-18-1,19-35-15,-89 0 32,88 0-17,1 18 17</inkml:trace>
  <inkml:trace contextRef="#ctx0" brushRef="#br0" timeOffset="116595.55">4974 5327 0,'476'0'47,"-405"0"-31,-18 0-16,-35 0 0,-1 0 0,1-18 0,17 18 0,177 0 15,-195 0-15,36 0 0,-35-17 0,405-54 16,-405 71-1,0 0-15,-1-18 0,142-17 16,-124 18 15,1 17-15,-125 0 46,19 0-46,52 0-16,-35 17 0</inkml:trace>
  <inkml:trace contextRef="#ctx0" brushRef="#br0" timeOffset="117461.89">5468 5592 0,'0'17'0,"0"-34"0,0 140 15,0-105-15,0-1 0,18 36 16,-18 106-1,0-106 1,0-36 0,0-69 62,53-19-63,-36 18 1,19 0 0,-19 53-16,1-35 15,70 17 1,-70 18 0,17 18-1,-17 17 1,-1 36 15,-34-71-31,-1 17 16,-35-17-1,18 0-15,-53 36 32,88-19-1</inkml:trace>
  <inkml:trace contextRef="#ctx0" brushRef="#br0" timeOffset="117733.59">5980 5750 0,'0'0'0,"52"0"31,-34 0-15,0 0-16,-1 0 15,36-17 1,-17-19 15,-19 36-15,1 0-16</inkml:trace>
  <inkml:trace contextRef="#ctx0" brushRef="#br0" timeOffset="118379.72">6738 5503 0,'0'0'0,"-18"0"16,-34 0-1,-37 177 17,54-107-17,53-34 1,52-1 15,-34-18-15,-1-17-1,0 0 1,-17 0-16,88-70 31,-89 70-31,-17-18 0,0 1 16,0-36-1,18 35 17,-1 18-17,-17 53 1,0 70 15,0-87-31,18-36 31,-18 17 1,18-17-17,-1-70 1</inkml:trace>
  <inkml:trace contextRef="#ctx0" brushRef="#br0" timeOffset="118892.06">7161 5027 0,'36'0'32,"-1"0"-17,35 18 1,72-18 15,-107 0 0,-53-18 32</inkml:trace>
  <inkml:trace contextRef="#ctx0" brushRef="#br0" timeOffset="119226.21">7338 4868 0,'0'124'31,"0"-248"-31,0 336 15,0-194-15,0 105 32,0-70-17,17-35 48,1 17-32,0 0-15</inkml:trace>
  <inkml:trace contextRef="#ctx0" brushRef="#br0" timeOffset="119875.68">8096 5009 0,'0'-35'32,"0"70"-32,-35-17 31,35 141 0,18-106-15,-18-18-16,53 18 31,52-35 16,-105-1-31,265-17-1,-247 0 1,70-17-1,-88-1 1,17-70 0,-17 70-1</inkml:trace>
  <inkml:trace contextRef="#ctx0" brushRef="#br0" timeOffset="121420.07">9084 4957 0,'0'0'0,"35"0"94,36 0-78,-53 0 15</inkml:trace>
  <inkml:trace contextRef="#ctx0" brushRef="#br0" timeOffset="121690.15">9013 5168 0,'53'35'16,"-35"-35"-1,0 0-15,70 0 16,71 0 0,-142 0-1,19-17 1,-19 17 0,1 0-1,35-18 1,0 1-1</inkml:trace>
  <inkml:trace contextRef="#ctx0" brushRef="#br0" timeOffset="122051.28">9790 4692 0,'0'18'0,"0"-36"0,17 194 15,-17-158-15,0 0 0,18-1 0,-18 71 16,17-70-16,-17 106 16,0-107-16,18 89 15,0-18 1,-18-70-1,0 0 17,35-18 30</inkml:trace>
  <inkml:trace contextRef="#ctx0" brushRef="#br0" timeOffset="137720.18">4180 2099 0,'89'0'47,"193"0"-31,-265 0-16,1 0 0,35 0 0,176 0 15,1-18 1,-177 1 0,17-19-1,-70 1 1,18 18 0,17-19-1,-17 36 1</inkml:trace>
  <inkml:trace contextRef="#ctx0" brushRef="#br0" timeOffset="139529.49">14499 14781 0,'35'0'47,"177"36"-31,-177-1-16,18-17 0,-35-18 0,0 0 0,-1 0 0,1 0 0,17 17 0,-17-17 0,17 0 16,-17 0-16,-1 18 0,36-18 0,-35 0 0,0 0 0,34 0 0,-34 35 0,0-35 0,17 0 0,-17 0 0,17 0 0,0 0 0,-17 0 0,35 0 0,-36 0 0,1 18 15,17-18-15,-17 0 0,35 0 0,-35 0 0,-1 0 0,18 0 0,1 0 0,-1 0 0,-17 0 0,-1 0 0,1 0 0,17 0 0,-17 0 0,17 0 0,18 0 16,-18 0-16,-17 0 0,17 0 0,18 0 15,-35 0 64</inkml:trace>
  <inkml:trace contextRef="#ctx0" brushRef="#br0" timeOffset="140017.66">15487 15628 0,'123'0'62,"213"0"-46,-319 0-16,1 0 0,-1 0 0,1 0 0,35 0 0,35 0 16,-70 0-16,17 0 0,106-53 31,-123 18 0</inkml:trace>
  <inkml:trace contextRef="#ctx0" brushRef="#br0" timeOffset="149396.78">30921 15381 0,'0'18'62,"0"264"-31,0-264-31,35 246 32,1 18-1,-19 89 0,-17 35 0,0-389-31,0 1 0,0 17 0,0-17 0,0 211 32,0-194-32,0 124 31,0-141-31,0 176 31,-17-53-15,17-124-16,0 72 15,0-72-15,-18-17 0,18 18 0,0 88 16,0-71 0,0-17-16,0-1 15,-35 1 1,105-18 343,-35 0-343,-17 0-16,17 0 0,336 35 15,-354-35 1,36 0-16,212 0 16,-247 0-16,-1 0 0,1 0 0,-1 0 0,1 0 0,35 0 0,53 0 15,-71 0-15,-17 0 0,-1 0 0,142 0 16,-141 0-16,105 0 16,-105 0-1,141 0 1,-142 0-16,1 18 15,335 0 1,-318-18 0,18 0-1,0 0 1,-36 0 0,1 0 46,0 0-46,70 0-1,-17-18 1,-54 18-16,54-53 16</inkml:trace>
  <inkml:trace contextRef="#ctx0" brushRef="#br0" timeOffset="152055.26">30974 16404 0,'0'18'110,"123"141"-79,-123-142-31,18-17 0,-18 18 0,159 141 31,-106-89-15,-53-52-16,70 17 16,-52 18-1,-1-53-15,89 71 16,-53-54-1,-53 1-15,141 70 16,-52-53 0,-54-17-1,88 35 17,-105-53-32,282 106 31,-283-106-31,89 53 15,-88-53-15,17 17 16,71 18 15,-35-17-15,-19 0 0,125 52 15,-159-70-16,34 18 1,125 17 15,-71-17 1,-89-18-17,89 0 16,-35 53-15,-36-53 0,-17 0 15,-1 0-15,1 0 15,0 0 78,52 0-93</inkml:trace>
  <inkml:trace contextRef="#ctx0" brushRef="#br0" timeOffset="153415.14">33443 18062 0,'-53'0'62,"36"0"-46,-1 0 0,-17 0 15,35 18 0,106 88 16,0-53-31,-71-53-1,-18 0 1,1 35 46,-18 0-30,0-17-17,-70-1 17,-54-17-17,54 36 16,52-1-15,0 18 0,18-35 15,53-18 0</inkml:trace>
  <inkml:trace contextRef="#ctx0" brushRef="#br0" timeOffset="154517.76">30886 15293 0,'-53'88'63,"0"-35"-48,53-35-15,-18-1 16,18 19-16,-17-19 16,17 1-1,-18-18 1,89 0 62</inkml:trace>
  <inkml:trace contextRef="#ctx0" brushRef="#br0" timeOffset="154911.85">30868 15399 0,'18'0'78,"88"53"-47,-106-36-31,35 19 16,-18-36-16,36 53 15,-35-53-15,53 52 16,34 19-1,-87-71 1,-18-18 47,18-35-48</inkml:trace>
  <inkml:trace contextRef="#ctx0" brushRef="#br0" timeOffset="161960.14">30762 18256 0,'-35'0'16,"-18"0"15,35 0-15,1 0-1,-19 0 1,-16 0 46,16-17-30</inkml:trace>
  <inkml:trace contextRef="#ctx0" brushRef="#br0" timeOffset="162209.95">30004 18186 0,'-36'0'0,"72"0"0,-89-18 16</inkml:trace>
  <inkml:trace contextRef="#ctx0" brushRef="#br0" timeOffset="181530.95">22525 14393 0,'-35'0'78,"-1"0"-47,36 18-15,0 0-1,0 35 1,0-36 0,0 18 15,0 1 0,71 17 0,-71-36-31,35 1 32,-17-18-32,-1 35 31,1-35 0,17 0 0,71 18 1,18-18-1,-54 0 0,18 0 0,-17 0-15,-36-18 0,-17 18-16,17-17 31,0-19 31,-17-70-30,0 54-1,-18-1 0,0 35 0,-18 0 1,18 1-17,-53-1 16,36 0-15,-19 18 15,-123 0 16,18 0-16,124 0-31,-71 0 32,35 0-17,-53 0 17,88 0-17,-17 0 1,-36 0 31,54 0-16,17 18 94</inkml:trace>
  <inkml:trace contextRef="#ctx0" brushRef="#br0" timeOffset="188799.18">28416 17868 0,'-35'0'47,"-53"0"-32,88 18-15,-88-1 16,52 1 0,1 17-1,17-17 1,18 0-16,-53 88 15,36-18 1,17 18 0,0-1-1,0-87-15,0 123 16,35-88 0,-35-18-1,0 1 1,-53-54 140,0-53-125,36 54 1</inkml:trace>
  <inkml:trace contextRef="#ctx0" brushRef="#br0" timeOffset="190606.7">28346 18521 0,'-18'0'47,"-70"70"-16,53-17-15,52 18 30,19-36-30,-1-35 31,88-88-31,-123 70-1,18 18-15,-18-17 0,18-54 31,-18 18-15,0 36 15</inkml:trace>
  <inkml:trace contextRef="#ctx0" brushRef="#br0" timeOffset="191253.74">28593 17868 0,'35'0'62,"35"0"-46,-52 0-16,70 18 15,-52-18 1,-19 0 0</inkml:trace>
  <inkml:trace contextRef="#ctx0" brushRef="#br0" timeOffset="191596.6">28769 17727 0,'-18'18'15,"18"-1"-15,-17 19 16,-1 34 0,0 36-1,18-71 1,0-17-16,0 0 31,18-18 16,17 0-31</inkml:trace>
  <inkml:trace contextRef="#ctx0" brushRef="#br0" timeOffset="192426.93">29051 17762 0,'0'106'31,"0"-53"-15,0 0 0,36-53 62,140-71-47,-158 71-31,34-17 16,90-54 15,-125 71-15,160 53 15,-177-35-31,53 35 31,-53-18-31,0-17 16,0-1-1,-89 1 17,36 0-17,18-1 1,-159-17 15,176 0-15,-17-53-1,-53-70 17,70 88-17,1-1 1</inkml:trace>
  <inkml:trace contextRef="#ctx0" brushRef="#br0" timeOffset="193791.85">22119 15046 0,'53'-53'78,"123"35"-62,-158 18-16,17 0 0,-17 0 0,0 0 0,352-17 31,-229 17-15,-106 0-16,54 0 31,17-53 0,-18 53 0,-53-35-15,0 35 0,124 0-1</inkml:trace>
  <inkml:trace contextRef="#ctx0" brushRef="#br0" timeOffset="202547.08">15222 17780 0,'89'-35'62,"158"-18"-46,-230 53-16,1 0 0,-1 0 0,19 0 0,-19 0 0,1 0 0,0 0 0,193-18 16,-193 1-16,0 17 0,-1 0 0,301-36 15,-195 19 1,-52 17-1,-54 0 1,1-36 47,0 19-48,-1 17 1</inkml:trace>
  <inkml:trace contextRef="#ctx0" brushRef="#br0" timeOffset="-214620.68">17445 17039 0,'0'-17'31,"35"17"32,-17 0-47,105 0-1,-52-18 1,-54 18-16,54-18 15,-36 18 1,-17 0 62,-18-17-31,88 17-16,-70 0-31</inkml:trace>
  <inkml:trace contextRef="#ctx0" brushRef="#br0" timeOffset="-213668.07">17709 17657 0,'53'0'94,"0"0"-78,-53-36-16,53 36 31,0-17 0,-18 17 1,-17 0-1,0 0-16,-1 0 95,36 0-95,-35 0-15,0 0 0</inkml:trace>
  <inkml:trace contextRef="#ctx0" brushRef="#br0" timeOffset="-200351.41">17709 16933 0,'36'0'140,"-19"0"-124,142 0 0,-88 0-1,35 0 1,-36 0-1,-52 0-15,35 0 16,35 0 0,0 0-1,124-17 1,-177 17 0,-35-18-1,35 18 1,18-35 15,-35 35-31,-18-18 0,70-35 16,-34 18-1,-36 17 1,35-52 0,-35 52-1,0 0 1,0 1-16,-18-18 15,-17-18 1,-36 0 0,-17 0-1,-71-53 1,142 88 0,-54 1-1,1-1 1,-1 18-1,54 0 1,-160 0 15,160 0-31,-19 0 16,-34 0 0,52 0-1,-17 0 16,17 0-31,0 0 16,-105 71 15,105-71-31,-35 17 16,36 19 0,-1-36 15,-17 35 0,35-18-15,-71 89 15,54-70-15,17-19-1,0 1 16,0-1-15,0 72 15,0-54-15,0-17 0,35-18-1,-35 17 79,0 19-78</inkml:trace>
  <inkml:trace contextRef="#ctx0" brushRef="#br0" timeOffset="-195457.45">17992 17110 0,'-18'0'32,"-88"0"-1,89 0-15,-54 0-1,-52 53 1,-19 52 15,19 1 0,70-18 1,53-35-1,35 36 0,53-19-15,-88-35-1,300 36 1,-282-53 0,0-18-16,-1 0 0,1 0 0,0 0 0,193 0 15,71 0 1,-264 0-16,17 0 15,18-18 1,0 0 0,124 1-1,-72-36 1,-87 53-16,0 0 0,193-53 16,-158 35-1,-17-17 1,34-18-1,-52 53-15,35-53 16,0 35 0,-53 1 15,0-36 0,-18 35-15,-17-17-1,-18-18 1,35 53-16,-176-53 16,18 36 15,158 17-15,-123 0-1,106 0 1,-54 0-1,19 0 1,35 0-16,17 17 0,-123 18 16,123-35-16,18 18 0,-17-18 15,-89 35 1,88-35 0,-35 0-1,36 0 1,-1 0-1,-17 0-15,-1 0 79</inkml:trace>
  <inkml:trace contextRef="#ctx0" brushRef="#br0" timeOffset="-191892.17">29298 10142 0</inkml:trace>
  <inkml:trace contextRef="#ctx0" brushRef="#br0" timeOffset="-190761.72">28575 10266 0,'53'0'31,"0"0"-15,158 0 15,301 0-15,-494 0-16,-1 0 0,19 0 15,-1 0-15,-17 0 0,17 0 0,-18 0 0,1 0 0,17 0 0,-17 0 0,17 0 0,-17 0 0,0 0 0,34 0 0,-34 0 0,17 0 0,-17 0 0,35 0 0,-35 0 0,17 0 16,0 0-16,18 0 0,0 0 0,-35 0 0,17 0 0,494 0 15,-511 0-15,17 0 0,-17 0 0,35 0 0,-18 0 0,18 0 0,0 0 0,-36 0 0,19 0 0,87 0 16,-105 0-16,17 0 0,18 0 0,0 0 0,-18 0 0,-17 0 0,35 0 0,-18 0 0,-18 0 0,654 0 16,-654 0-1,1 0-15,17 0 0,283-18 16,-301 18-16,1 0 0,0 0 0,-1 0 0,54 0 0,88-35 16,-142 35-16,1 0 0,0 0 0,158-35 15,-158 35-15,158-18 16,-123 0-1,-35 18-15,-1 0 0,142 0 16,-53 0 0,-18 0-1,124 0 1,-177 0-16,18 0 31,-88 18 16,-1 17-31,-87 18-16</inkml:trace>
  <inkml:trace contextRef="#ctx0" brushRef="#br0" timeOffset="-188008.19">31274 6279 0,'0'36'109,"0"-19"-93,0 72 0,0-37-1,0 37 1,0 34 0,0 124-1,35-194 1,-35-35-16,18 70 15,-18-71-15,0 1 0,0 70 16,17-17 0,-17-54-16,18 178 15,-18-143 1,0-34-16,0 70 16,0 89-1,0-160-15,0 19 16,18 69-1,-1-16 1,-17-19 0,0 36-1,0-53 1,0-18-16,0 36 16,0-54-16,18 195 15,-18-194-15,35 52 16,-35-52-16,18 105 15,-1 1 1,1 123 15,-18-106-15,0-71 0,0 54-1,0-106-15,0 228 31,0-228-31,18 88 16,-18-35 0,35 352 15,-35-405-31,53 281 31,-53-140-15,0-124-16,35 212 31,-17-141-15,-1 53 15,1 0 0,-18-142-31,0 54 16,0-53-16,18 123 31,17-18 0,-35-105-15,0-1 15,18-122 32,-1 52-63</inkml:trace>
  <inkml:trace contextRef="#ctx0" brushRef="#br0" timeOffset="-184496.15">29316 9984 0,'17'0'93,"54"-18"-77,-36 0 0,36 1-1,-1-1 1,36-17-1,-88-1 1,52 19 0,-17-1-1,36-17 1,-72 35-16,-17-18 0,18 18 16,52-70-1,-52 70 1,35-53-1,-18 18 1,0-1 0,-17 19-1,88-160 17,-53 142-17,-35 0 1,-1 35-16,1-53 15,17-18 1,0 54 0,-17-36-1,17-36 17,-17 54-17,17 0 1,0 0-1,1-54 1,-36 72 0,0-1-16,35-88 15,-17 89 1,-18-1-16,0-17 16,17-1-1,19-16 1,-1-19 15,-35 53-15,18-17-1,34-35 17,-34 34-17,17 19 1,18-107 15,-17 71-15,-36 36-1,17 17-15,18-36 16,-17 1 0,17-18-1,-17 36 1,53-36 15,-71 35-15,35 0 15,88-35 0,-87 36-15,-1-1 15,-18 18 32,1 0-32,17 0 16,-17 0-32,53 88 17,52 71-1,-105-159-31,-18 18 0,88 88 31,-35-54 0,17 19 1,1 35-1,-53-53-16,70 35 17,-18 0-1,19-17 0,16 52 0,-52-52-15,-53-54-16,88 19 31,-52-1-15,34 53 15,-17-70 0,-35-1-15,17 19 15,36 17 1,-54-36-17,-17 1-15,18-18 0,17 35 31,1 18-15,34-18 15,1 18 1,-18-17-1,-18-1-16,18 0 17,17 0-1,-52-17-15,53 35 15,-36-53-31,18 18 31,-36-1-15,19 1 15,-1-18-15,-17 17-1,-1-17 16,18 0 1,18 18-1,0-18 0,-35 0 0,17 0 1,0 0 30,18 0-31,71-159 1,-124 124-32,0 17 0</inkml:trace>
  <inkml:trace contextRef="#ctx0" brushRef="#br0" timeOffset="-173730.86">30903 11677 0,'18'-53'140,"70"-53"-109,-35-35 1,35 35-1,-88 71 0,18 0 0,0 17 1,-18 106 61,17 89-61,-17-160-32,18 71 31,-18-70 0,17-18 16,19 0-16,-19 0 1,36-88-17,-53 70-15,18 18 0,70-158 31,-53 87-15,-17 18 15,-18 35 1,0 107 124,0-54-141,0 71 1,0-71 0,0-17-16,0 70 15,0-71 1,18 1 0,-1 0-1,-17-1-15,36-17 16,-19 0 15</inkml:trace>
  <inkml:trace contextRef="#ctx0" brushRef="#br0" timeOffset="-135739.11">32332 8290 0,'-35'53'15,"0"35"1,35 1-1,0-37 1,0-34-16,17 0 16,18 17-1,-35-17-15,106-1 16,-53-17 0,-18 0-1,-17 0-15,35-17 16,-35-54-1,17-70 1,-35 123-16,0-52 31,0-1-15,-18 71-16,1-17 31,-72-1 0,72 18 1,-1 0 140,1 0 218,-36 0-359,70 0 204,19 0-220,16 0 1,19 0 15,-53 0 1,-1 0-17,1 0-15,70 0 31,-53 0 1,-17 0 77,0 0-93,105 18-1,-88-1 1,-35 1-16</inkml:trace>
  <inkml:trace contextRef="#ctx0" brushRef="#br0" timeOffset="-135200.09">33038 8396 0,'0'-18'32,"17"18"-1,1 0-16,0 0-15,70 0 32,-35 0-1,-53 18-15,0 0-1</inkml:trace>
  <inkml:trace contextRef="#ctx0" brushRef="#br0" timeOffset="-134911.85">33073 8484 0,'0'18'31,"88"0"0,-70-18-15,52 0 0,-52 0-1,17 0 1</inkml:trace>
  <inkml:trace contextRef="#ctx0" brushRef="#br0" timeOffset="-134398.09">33620 8114 0,'0'53'47,"0"70"-31,0-105-16,0 17 0,0-17 16,0 176-1,0-159 1,0-17-16,35 88 15,-35 17 1,0-105-16,0-1 16,0 1-1,18-18 48,35 0-32,-36 0-15</inkml:trace>
  <inkml:trace contextRef="#ctx0" brushRef="#br0" timeOffset="-125484.42">29228 10213 0,'17'0'109,"-17"-18"-93,88 1 15,1 17-31,-72 0 0,54-18 16,-36 18-1,-17 0-15,17-18 16,18 18-1,0 0 1,0 0 0,-18-35-1,18 17 1,-18 18 0,1-35-1,16 35 1,-16-17-1,-1 17 1,18-18 0,-35 0-1,17-17 1,18 0 15,-18 17-15,18-17 15,-35 17-15,-1-17-16,19 0 31,16 17-15,-52 0-1,36-17 16,-1-53 1,-35 70-17,18 1 1,17-1 15,-17-35-15,-1 18 15,1-18 0,-1 0 1,-17 35-17,0 1 1,36-36 15,-36 35-31,0-17 16,35 0-1,-35-1 17,0 19-17,18-1 1,-1-106 15,19 1 0,-36 88-15,17-53 15,1 35-15,17-53 15,-17 0 0,-18 88-15,17-52 15,1 70-31,-18-18 16,0-35-1,18 53-15,-1-88 32,-17 35-17,18 53-15,-18-18 16,18-52 15,35-36 0,-53 71-15,35-53 15,-35 52-15,0 19-16,35-54 31,-17 1 0,17 17-15,-17 17 0,-18 19-1,0-1-15,17 0 16,1-34 15,0-1 0,-1 17 1,1 19-17,17 17 1,-17-53 15,-1 53-15,1 0-1,17-18 17,-17 0-1,35 18 0,-36 0 47,1 0-62,35 0 15,-35 0-15,17 0-1,-17 0 32,-1 0-31,36 53 15,0-35 0,-18 0-15,-17-1 0,35 19 15,-18-19-15,18 36 15,-18-35 0,-35-1-15,53 36 15,0 36 0,-35-54-15,0 0 15,-1 18-15,1 0 15,35 35 0,-36-53-15,1 36 15,-18-36-15,18 1-1,-1 16 17,1 19-1,17-71-31,-35 53 31,35 53-15,1-36 31,-19 18-16,1-52-16,17-1 1,-35 0-16,18 18 31,0-17-15,-18 34 15,17-35-15,1-17-1,-18 53 17,17-54-17,1 18 1,35 18 15,-35 0-15,-1-17 15,36 17 0,-53-36-31,18 36 32,17-18-1,0-17 0,-17 17-15,0 18 15,17-18 0,18-17-15,-35 0-1,34 52 17,-34-52-17,17-18-15,1 35 32,17 0-1,-36 1-16,36-1 17,-35-35-17,17 35 17,18 1-1,0-19 0,0 36 0,17-35 1,-34-1-1,-19-17 0,89 36 0,-88-36-15,-1 0 31,1 0-32,53 0 17,-54 0 15,18 17-16,-17-17 0,0 0 32,-1 0-17,1 0-30,105 0 0,-105 0-1,-18 36-15,35-36 0</inkml:trace>
  <inkml:trace contextRef="#ctx0" brushRef="#br0" timeOffset="-107993.85">29475 10248 0,'17'0'125,"89"35"-109,-71-35-16,-17 0 0,123 36 15,35-36 1,-158 0-16,0 0 16,-1 0 93,36 0-15,0 0-63,-35 0 16,-1 0-16,1 0-15,17 0 15</inkml:trace>
  <inkml:trace contextRef="#ctx0" brushRef="#br0" timeOffset="-103134.14">29686 10213 0,'53'0'125,"88"0"-94,-105 0-31,105 0 31,-88-18 0,-18 18 1,-18 0-1,72-17 0,-36-1-15,35 18-1,-71-18 1,1 1 0,17 17-1,1-18 1,34-52-1,1 34 17,-54 19-17,19-36 1,-19 35 0,72-17-1,-72 17 1,1 0-1,17-52 1,-35 52 15,18 1 1,-18-1-17,0 0 1,17 18-1,-17-17-15,36-54 16,-19 1 15,-17 52 1,0-17-17,0 17 1,18-52-1,-18-1 17,18 53-1,-18-17 0,0 17-15,0 1-16,0-18 15,0-1 1,0 19-16,17-1 16,-17-17-1,0 17 1,0-17 0,0 17-1,18-35 1,-18 36-16,0-1 15,0-17-15,0-1 16,0-17 0,0 36-16,0-36 15,0 18 1,0 17 15,0-53 0,0 36 1,0 17-1,0-17-15,0 18-1,0-54 16,0 53-15,0 1 15,0-1-15,0 0-16,0 1 16,0-18-1,0 17-15,0 0 16,0-17-1,0 0 1,0-18 0,0-35 15,0 70 0,0-17 47,0 17-62,0 0-16,0 1 31,0-1-15,0 1-1,0-1 1,0-35 0,0 0-1,0 18 1,0-18 0,0 18-1,0-54 1,0 54-1,0 0 1,0 17 0,0-17-1,0-36 1,0 54 0,0-36-1,17-18 1,-17 54-16,0-72 15,36 1 17,-19 35-17,1-17 1,-18 52 0,18-17-1,17-71 16,-17 71-15,17 35 0,-18-53-1,19 18 1,-1 35 0,36-36 15,-36 19-16,-18 17 1,1-36 0,0 36-1,-1 0 17,19 0-17,-19 0 16,-17 18-15,18-18 0,0 18-1,17 35 1,18-18 0,-53 0-1,17 0 1,1 1-1,0-1 1,-1 0 0,54 71 15,-53-53-15,17 17-1,-35-52 1,53 106 15,-36-124-15,-17 17-1,36 1-15,-19 52 32,1-34-17,0-19 1,-1 72 15,1-72-15,0 89 15,17-35 0,-18-1-15,1-17 15,0-18-15,-18 18-1,17-17 1,-17-19-16,18 107 31,0-71-15,-18 52 15,0-87-15,0 17-1,35 106 17,-17-88-17,-18 0 1,0 18 15,17 17 0,1-35-15,-18 0 0,17 35 15,-17 0-16,0 53 17,18-70-17,-18-18 1,18 17 15,-18 1-15,35-36-1,-17 53 17,-1-52-17,1 34 17,17 18-1,0-52-16,1-19 1,-1 54 15,-17-54-15,17 1 15,-17 0 0,52 17 1,-35 0-1,-17-35-31,35 18 31,18 17 0,-36-17 1,-35 0-1,35-18-15,-17 0-1,52 0 16,-52 0-15,0 0-16,17 0 31,18 17 1,35 18-1,-53-35 0,18 18 0,-35 0-15,35-18 0,0 0 15,0 0 0,-18 17-15,0-17 15,-17 0 0,-1 0 16,54 0-31,17 0-1</inkml:trace>
</inkml:ink>
</file>

<file path=ppt/ink/ink3.xml><?xml version="1.0" encoding="utf-8"?>
<inkml:ink xmlns:inkml="http://www.w3.org/2003/InkML">
  <inkml:definitions>
    <inkml:context xml:id="ctx0">
      <inkml:inkSource xml:id="inkSrc0">
        <inkml:traceFormat>
          <inkml:channel name="X" type="integer" max="4480" units="cm"/>
          <inkml:channel name="Y" type="integer" max="1440" units="cm"/>
          <inkml:channel name="T" type="integer" max="2.14748E9" units="dev"/>
        </inkml:traceFormat>
        <inkml:channelProperties>
          <inkml:channelProperty channel="X" name="resolution" value="85.00949" units="1/cm"/>
          <inkml:channelProperty channel="Y" name="resolution" value="48.64865" units="1/cm"/>
          <inkml:channelProperty channel="T" name="resolution" value="1" units="1/dev"/>
        </inkml:channelProperties>
      </inkml:inkSource>
      <inkml:timestamp xml:id="ts0" timeString="2024-10-28T02:28:46.856"/>
    </inkml:context>
    <inkml:brush xml:id="br0">
      <inkml:brushProperty name="width" value="0.05292" units="cm"/>
      <inkml:brushProperty name="height" value="0.05292" units="cm"/>
      <inkml:brushProperty name="color" value="#FF0000"/>
    </inkml:brush>
  </inkml:definitions>
  <inkml:trace contextRef="#ctx0" brushRef="#br0">4745 9507 0,'35'-17'156,"71"-19"-141,-88 36-15,70-70 16,0-18 0,-35 17-1,17-52 1,-52-1 15,0 71 0,-18 36 1,-53-1-1,-53 18 0,-53 18 0,106-18 1,-17 0-1,52 0-15,18 17 15,-18 1-16,-34 52 1,-72 160 15,124-195-31,0-17 0,-18 35 16,18-36-16,0 89 31,18-71 0,0-35-15,17 18 78,71-18-94</inkml:trace>
  <inkml:trace contextRef="#ctx0" brushRef="#br0" timeOffset="10470.78">4357 10689 0</inkml:trace>
  <inkml:trace contextRef="#ctx0" brushRef="#br0" timeOffset="82876.45">5045 7091 0,'17'0'0,"19"0"15,-19 0 1,1 0 0,35 0-1,17 0 1,654 88 15,-707-88-31,18 0 0,1 0 0,-19 0 0,19 0 0,899 0 31,-900 0-31,18 0 0,-18 0 0,18 0 0,0 0 0,-18 0 0,935 0 32,-917 0-32,-35 0 0,-1 0 0,548 0 31,-547 0-31,-1 0 0,1 0 0,388 18 31,-389-18-31,1 0 0,370 0 31,-371 0-31,107 0 16,-106 0-16,35-18 31</inkml:trace>
  <inkml:trace contextRef="#ctx0" brushRef="#br0" timeOffset="98420.94">4815 13635 0,'0'17'0,"0"1"0,0 123 15,0-17 1,0-71 0,0 70-1,0-88 1,0 36 0,0-36-1,0-17-15,0 0 16,18 87-1,-18-16 1,106 105 0</inkml:trace>
  <inkml:trace contextRef="#ctx0" brushRef="#br0" timeOffset="102705.42">4374 10672 0</inkml:trace>
  <inkml:trace contextRef="#ctx0" brushRef="#br0" timeOffset="106632.99">12083 8731 0,'-89'18'32,"37"0"-17,52-1-15,-71 18 16,36-17-1,-1 17 1,-69 36 0,87-53-1,0-18 1</inkml:trace>
  <inkml:trace contextRef="#ctx0" brushRef="#br0" timeOffset="107112.88">11818 8431 0,'18'0'46,"88"53"-30,-106-35-16,17-18 0,1 18 0,105 87 16,-123-87-16,18-18 0,-18 18 0,18-18 15,-1 17-15,-17 1 0,53 35 16,-35 70 0,-18-70-1,0 18 1,0-54-16,0 36 15,0 36 17,17-89 30,1 0-62</inkml:trace>
  <inkml:trace contextRef="#ctx0" brushRef="#br0" timeOffset="107332.62">12435 8784 0,'0'0'0,"0"-17"31,53 17 16,88 17-16,-123-17-31,17 0 0</inkml:trace>
  <inkml:trace contextRef="#ctx0" brushRef="#br0" timeOffset="108000.02">12700 8714 0,'18'53'62,"-1"-36"-46,1-17-16,35 0 31,123 0 0,-158 0-15,0 0 15,-18-17-31,0-36 31,-36 35-15,-70 0 15,1 18-15,87 0-16,-88 230 31,71-36 0,52-141-15,72 70 15,-72-123-31,89 88 32,-53-88-17,-18 0-15,124 0 31,-124 0-15,1-106 15,-89-52 1,-35 87-1,70 71-31</inkml:trace>
  <inkml:trace contextRef="#ctx0" brushRef="#br0" timeOffset="108469.52">13159 8343 0,'0'0'0,"0"-35"16,17 53 15,54-1 0</inkml:trace>
  <inkml:trace contextRef="#ctx0" brushRef="#br0" timeOffset="109170.78">13617 8237 0,'0'-17'15,"-35"70"48,-18 70-32,-18-35-15,54-88-1</inkml:trace>
  <inkml:trace contextRef="#ctx0" brushRef="#br0" timeOffset="109614.82">13476 8114 0,'0'-18'16,"35"18"15,71 36 0,-53 16-15,-35-34-16,35 35 15,0 35 1,-36 36 0,-17-71-1,0-36-15,0 107 16,18-107-1,-18 1 1,35-53 31,-35 17-31,35-35-1,36-17 1</inkml:trace>
  <inkml:trace contextRef="#ctx0" brushRef="#br0" timeOffset="110455.07">14058 8237 0,'0'0'16,"71"36"77,-1-19-77,-34-17-16,-19 0 16,36 0 15,-53-17-31,0-1 31,0 106 0,0-70-31,0 17 16,0 53 0,0-70-16,18 35 31,-1-53 31,19 0-46,-19 0 15,-17-18-15,18 1-1,0-1 1,17 0 15,-35-52-15,0 34 0,0 1-1,0-18 1,-18 36 15,-17 17 0,-18 0 1,35 0 14,1 0-14,-18 0-1</inkml:trace>
  <inkml:trace contextRef="#ctx0" brushRef="#br0" timeOffset="111158.2">14323 8273 0</inkml:trace>
  <inkml:trace contextRef="#ctx0" brushRef="#br0" timeOffset="111785.2">15134 8749 0,'35'0'94,"89"-18"-78,-1 18 15</inkml:trace>
  <inkml:trace contextRef="#ctx0" brushRef="#br0" timeOffset="112076.9">15099 8961 0,'70'35'47,"36"-18"-31,-35-17-1,-18 0 1,-36 0 31</inkml:trace>
  <inkml:trace contextRef="#ctx0" brushRef="#br0" timeOffset="117799.75">16069 8749 0,'-53'18'31,"-106"140"0,142-140-31,-124 194 32,105-142-1,36-193 16,0 34-32</inkml:trace>
  <inkml:trace contextRef="#ctx0" brushRef="#br0" timeOffset="118326.66">15998 8396 0,'0'0'31,"36"18"0,34 88-15,-70-71-16,71 35 15,-18 54 1,-18-71 0,-17 53-1,-18-89-15,17 19 16,-17 52 0,0 0-1,0-70-15,0-1 16,106-17 46,-88 0-46,70-17-16</inkml:trace>
  <inkml:trace contextRef="#ctx0" brushRef="#br0" timeOffset="119798.21">16863 8890 0,'88'0'16,"-53"0"0,-17 0-16,35 0 15,-18 0 1,-17-18 0,-18-35-1,0 36 16,0-1 1,-71 18-1,54 0-15,-1 0-1,-17 0 1,17 0-1,-35 0 1,35 0-16,18 18 16,-52 105-1,34-105-15,0 141 32,18-89-17,0-52-15,0 0 16,0 17-1,0 0-15,36 0 16,16 18 0,-16-53-16,-1 18 31,0-18 0,-17 0-15,105 0-1,36-124 1,-141 107 0</inkml:trace>
  <inkml:trace contextRef="#ctx0" brushRef="#br0" timeOffset="120486.03">17392 8625 0,'-18'0'16,"1"18"15,17 0-15,0 35-1,0-18 1,35 0 15,0-35-15,-17 0-1,35 0 1,17-17 15,-70-1-15,18-53-1,-18 54 17,0-1-1,-18 18-15,1-18-1,-1 18 1,0 0-1,-17 0 1,53 36 47,-1-36-48</inkml:trace>
  <inkml:trace contextRef="#ctx0" brushRef="#br0" timeOffset="122179.94">18450 9049 0,'53'-18'125,"141"18"-93,-176 0-17</inkml:trace>
  <inkml:trace contextRef="#ctx0" brushRef="#br0" timeOffset="122516.97">18380 9278 0,'35'0'16,"71"0"-1,-36 0 1,1 0 0,-53 0-16,17 0 31,-18 0 0</inkml:trace>
  <inkml:trace contextRef="#ctx0" brushRef="#br0" timeOffset="122897.11">19738 8908 0,'0'53'47,"-124"123"-16,107-141-15,-1 1-1,18-1 16</inkml:trace>
  <inkml:trace contextRef="#ctx0" brushRef="#br0" timeOffset="123562.13">19614 8572 0,'0'36'62,"18"52"-46,-18-70-16,53 52 15,-18 36 1,-35-88-16,18 70 16,0-88-16,-18 17 0,17 54 15,1 0 1,-18-54-16,88 177 31,-70-123-15,-18-18 15,0-36 0,-18 1 47,18 0-78</inkml:trace>
  <inkml:trace contextRef="#ctx0" brushRef="#br0" timeOffset="131207.91">4339 10601 0</inkml:trace>
  <inkml:trace contextRef="#ctx0" brushRef="#br0" timeOffset="131346.04">4339 10601 0</inkml:trace>
  <inkml:trace contextRef="#ctx0" brushRef="#br0" timeOffset="170139.72">4374 10654 0</inkml:trace>
  <inkml:trace contextRef="#ctx0" brushRef="#br0" timeOffset="170297.63">4374 10654 0</inkml:trace>
  <inkml:trace contextRef="#ctx0" brushRef="#br0" timeOffset="189370.44">9384 11518 0,'106'0'141,"35"0"-125,-35 0-1,-1 0 1,-87 0 0,17 0 46,1 0-46,-19 0-16,1 0 31</inkml:trace>
  <inkml:trace contextRef="#ctx0" brushRef="#br0" timeOffset="190848.93">4269 14129 0</inkml:trace>
  <inkml:trace contextRef="#ctx0" brushRef="#br0" timeOffset="191429.92">4322 14129 0</inkml:trace>
  <inkml:trace contextRef="#ctx0" brushRef="#br0" timeOffset="193798.99">4357 15258 0</inkml:trace>
  <inkml:trace contextRef="#ctx0" brushRef="#br0" timeOffset="194483.91">4357 15293 0</inkml:trace>
  <inkml:trace contextRef="#ctx0" brushRef="#br0" timeOffset="194993.65">4357 15293 0,'0'-18'63</inkml:trace>
  <inkml:trace contextRef="#ctx0" brushRef="#br0" timeOffset="196851.12">3687 10513 0,'-53'0'47,"17"0"-31,36 17-16,-176 125 15,176-125-15,-18-17 16,1 71-16,17-54 0,-18 1 15,-17 17 1,52-17 47,1-18-48</inkml:trace>
  <inkml:trace contextRef="#ctx0" brushRef="#br0" timeOffset="197670.24">3563 10336 0,'18'0'78,"-1"0"-62,-17 18-16,18 70 16,-18-35-1,0-35-15,0 17 16,0-17 0,0 35-1,0-18 1,0 35-1,0-34 1,0-19-16,0 1 16,0 0-1,0 17 1,0-17 0,0 17-1,0-18 48</inkml:trace>
  <inkml:trace contextRef="#ctx0" brushRef="#br0" timeOffset="198815.94">3757 13829 0,'-18'0'32,"-17"53"-17,-88 88 17,17-53-1,88-70 0,-35-1 0,36-17-31</inkml:trace>
  <inkml:trace contextRef="#ctx0" brushRef="#br0" timeOffset="199441.46">3545 13670 0,'18'0'31,"0"0"1,-1 0-17,89 88 17,-53 18-17,-18-71 1,36 124 15,-36-106-15,-35-35-16,0-1 15,0 72 1,0-72 0,0 1-1,0 0 32,0 17-16,0-18-31,0 72 16</inkml:trace>
  <inkml:trace contextRef="#ctx0" brushRef="#br0" timeOffset="199973.17">3722 15311 0,'17'0'47,"-17"17"-31,0 1-16,-52 123 31,34-106-15,-17-35-16,17 36 31,0-36-15,-17 0-1</inkml:trace>
  <inkml:trace contextRef="#ctx0" brushRef="#br0" timeOffset="200407.28">3563 15064 0,'35'0'31,"89"105"-15,-124-87-1,70 70 1,-17 0-1,-35-17 1,-18-36 0,0-17-1,0 17 1,0 53 0,0-70 15,0 0-16,18-18 17</inkml:trace>
  <inkml:trace contextRef="#ctx0" brushRef="#br0" timeOffset="202394.06">4233 15981 0</inkml:trace>
  <inkml:trace contextRef="#ctx0" brushRef="#br0" timeOffset="-174931.28">8255 9049 0,'-18'35'78,"1"18"-62,17-18 0</inkml:trace>
  <inkml:trace contextRef="#ctx0" brushRef="#br0" timeOffset="-174073.2">8132 9260 0,'52'0'78,"90"0"-62,16 0-1,72 0 1,-195 0-16,-17 0 0,-1 0 0,1 0 0,299 0 16,-299 0-1,88 0-15,0 0 16,-36 0 0,71 0-1,-123 0-15,70 0 16,18 0-1,-88-17 1</inkml:trace>
  <inkml:trace contextRef="#ctx0" brushRef="#br0" timeOffset="-157996.87">11448 11395 0,'0'-36'219,"-71"89"-63,71-35-140,-70 88-1,34 35 1,36-106 0,0 1-1,0-19 1,36-17 62,52-53-47,-71 36-15,72-89 0,-54 18-1,35-54 1,-70 125-1,0-1 1,18 18 125,17 71-110,-35-18-15,0-36-16,0 1 15,36 35 1,-36-18-1,0-17-15,35 52 16,-35-34 0,0 17-1,18-36 1,-1 36 0,-17-35 15,35-18-16,-17 0 64,17 0-64,-17 0 1</inkml:trace>
  <inkml:trace contextRef="#ctx0" brushRef="#br0" timeOffset="-156856.83">11165 11994 0,'71'0'79,"70"0"-64,-123 0-15,35 0 16,70-17-1,-105 17-15,52 0 16,-34-35 0,-19 35-1,1 0 32,17 0-31,0 0-16,1 0 15,34-18-15</inkml:trace>
  <inkml:trace contextRef="#ctx0" brushRef="#br0" timeOffset="-155938.27">13229 11042 0,'0'35'16,"-17"71"0,-54 317 15,53-281-16,18-107 1,0 0 0,0-53 46,0-52-31,36 35-15,52-159 15,-53 176-15,18 0 0,-18 36 15,-17 70-16,-18-53 1,0 36 0,-35-18-1,-54 0 1,37 0 0,-19-18-1,89-106 32,17 19-31,-35 34-16,18 0 0</inkml:trace>
  <inkml:trace contextRef="#ctx0" brushRef="#br0" timeOffset="-153085">11589 11130 0,'53'0'125,"194"0"-93,-230 0-32,54 0 15,-54 0-15,142 0 16,-53 0 0,-71 0-1,71 18 1,-35-18-1,-36 17 1,36-17 0,-54 0-1,1 0 1,17 0 0,36 0-1,-54 0 1,19 0 15,34 0-15,-52 0-16,17 0 15,0 0 17,-17 0-1,17 0 125,-17 0-140</inkml:trace>
  <inkml:trace contextRef="#ctx0" brushRef="#br0" timeOffset="-148071.91">11536 11077 0,'0'35'79,"0"1"-64,0-19-15,0 72 16,0-54-1,0-17 17,35-18 108</inkml:trace>
  <inkml:trace contextRef="#ctx0" brushRef="#br0" timeOffset="-146866.84">13053 11095 0,'0'35'94,"-53"89"-63,53-107-15,-53 107-1,53-107 1,0 1 0,0-53 62,18 17-78</inkml:trace>
  <inkml:trace contextRef="#ctx0" brushRef="#br0" timeOffset="-134590.7">3634 6068 0,'17'0'63,"301"0"-32,-1-53 0,-246 53 1,-54 0 14,19 0-14</inkml:trace>
  <inkml:trace contextRef="#ctx0" brushRef="#br0" timeOffset="-130305.03">11589 15875 0,'-36'-18'141,"19"-35"-126,-71 89 79,-71 122-63,159-140-31,-35 53 16,35-1-1,0-52-15,0-1 16,17-17 31,160-35-16,-36-88 0,-124 17 1,-17 88-32,18 89 125,17 17-110,-17-17 1,17-36 0,-35-18 77</inkml:trace>
  <inkml:trace contextRef="#ctx0" brushRef="#br0" timeOffset="-129691.87">11289 15857 0,'18'36'62,"264"87"-30,-265-123-32,-17 18 0,18-18 0,17 0 31,-70 35 16,-212 53-16,229-88-31,-105 18 31,229-1 32,88 1-48</inkml:trace>
  <inkml:trace contextRef="#ctx0" brushRef="#br0" timeOffset="-128478.21">12065 14182 0,'0'70'31,"-18"389"1,18-442-32,0 1 0,0 0 0,-17 405 31,17-405-31,0-1 0,0 19 0,0-19 0,0 213 31,0-213-31,0 89 31,53-106 172,264 0-171,-264 0-17,159 0 1,176-18 15,-159 1 0,-88 17-15,-106 0-16,212 0 16,-229 0-16,17 0 0,-17 0 0,35 0 0,-18 0 0,18 0 0,-35 0 0,17 0 0,0 0 0,1 0 0,105 17 15,-88-17-15,-36 0 0,19 0 0,740 0 16,-741 0 0,0 0-16,18 0 0,-18 0 0,159 0 15,-123 0 1,-18 0-1,70 0 17,89 0-17,-194 0 1,158 0 15,36-17-15,-195 17-16,1 0 0,247 0 15,-213 0 17,54 0-1,-70 0 0,-19-18 0,1 1-31</inkml:trace>
  <inkml:trace contextRef="#ctx0" brushRef="#br0" timeOffset="-128127.53">16757 15258 0,'229'123'47,"-35"18"-16,-194-123 0,-141 35-15,124-36-16,-1-17 0,-106 89 16,36-19-1,53 18 1,35 18 0,0-88-16,0-1 15,53 1 1</inkml:trace>
  <inkml:trace contextRef="#ctx0" brushRef="#br0" timeOffset="-124581.42">10072 16334 0,'70'35'78,"-17"53"-47,106 53-15,-159-123 0,71 35-1,-54-36 1,-17 19 46,-70-19-46,-124 1 0,158-18-1,-17 0 1,36 0 0,-1 18 15,18-1 16</inkml:trace>
  <inkml:trace contextRef="#ctx0" brushRef="#br0" timeOffset="-91861.21">4498 12506 0,'-18'123'78,"-35"-17"-63,-88 194 1,71-176 0,70-107-16,-18 1 0,18 0 0,0-1 0,-35 107 15,17-54 1,18-35 0</inkml:trace>
  <inkml:trace contextRef="#ctx0" brushRef="#br0" timeOffset="-91490.83">4762 13794 0,'0'17'0,"0"-34"0,-17 122 15,-18-52 1,-54 177 15,72-230-31,17 17 0,-18 19 16,18 52-1,-70 71 17,70-107-17,0-34 16</inkml:trace>
  <inkml:trace contextRef="#ctx0" brushRef="#br0" timeOffset="-91200.88">4921 14623 0,'0'17'16,"0"-34"-16,-17 246 15,17-211-15,-18 17 0,18-18 0,0 1 0,0 0 0,-18 88 16,-35 70 0,36-70-1,-1-89-15,18 1 16,0 0 15,0-1-15</inkml:trace>
  <inkml:trace contextRef="#ctx0" brushRef="#br0" timeOffset="-90930.64">5221 15381 0,'-35'124'31,"-36"-19"-15,54-105-16,17 36 0,-53 52 15,35 0 1,0-88-16,1 106 31,17-71-15,17 18-1,1-53-15</inkml:trace>
  <inkml:trace contextRef="#ctx0" brushRef="#br0" timeOffset="-90699.21">5380 16104 0,'35'36'16,"-52"52"-1,-89 71 17,106-142-1,35 1 0</inkml:trace>
  <inkml:trace contextRef="#ctx0" brushRef="#br0" timeOffset="-90510.52">5786 16316 0,'-53'71'31,"-18"17"0,53-18 1,18-52-17,0 0-15</inkml:trace>
  <inkml:trace contextRef="#ctx0" brushRef="#br0" timeOffset="-68294.65">4357 10707 0,'-18'0'78</inkml:trace>
  <inkml:trace contextRef="#ctx0" brushRef="#br0" timeOffset="-66711.88">4392 10654 0,'0'-18'125,"-18"1"-94,1-1 1,-1 18-1,1 0-31,-19-18 31,19 18 0,52 0 141,18 53-141,-53-35 1,35-18-1,-70 0 375,17 0-31</inkml:trace>
  <inkml:trace contextRef="#ctx0" brushRef="#br0" timeOffset="-65552.31">4339 10654 0</inkml:trace>
</inkml:ink>
</file>

<file path=ppt/ink/ink4.xml><?xml version="1.0" encoding="utf-8"?>
<inkml:ink xmlns:inkml="http://www.w3.org/2003/InkML">
  <inkml:definitions>
    <inkml:context xml:id="ctx0">
      <inkml:inkSource xml:id="inkSrc0">
        <inkml:traceFormat>
          <inkml:channel name="X" type="integer" max="4480" units="cm"/>
          <inkml:channel name="Y" type="integer" max="1440" units="cm"/>
          <inkml:channel name="T" type="integer" max="2.14748E9" units="dev"/>
        </inkml:traceFormat>
        <inkml:channelProperties>
          <inkml:channelProperty channel="X" name="resolution" value="85.00949" units="1/cm"/>
          <inkml:channelProperty channel="Y" name="resolution" value="48.64865" units="1/cm"/>
          <inkml:channelProperty channel="T" name="resolution" value="1" units="1/dev"/>
        </inkml:channelProperties>
      </inkml:inkSource>
      <inkml:timestamp xml:id="ts0" timeString="2024-10-28T02:36:13.746"/>
    </inkml:context>
    <inkml:brush xml:id="br0">
      <inkml:brushProperty name="width" value="0.05292" units="cm"/>
      <inkml:brushProperty name="height" value="0.05292" units="cm"/>
      <inkml:brushProperty name="color" value="#FF0000"/>
    </inkml:brush>
  </inkml:definitions>
  <inkml:trace contextRef="#ctx0" brushRef="#br0">3916 7691 0,'141'0'62,"53"0"-46,-159 0-16,18 0 0,0 0 0,-35 35 0,17-35 0,18 0 0,-18 0 0,18 0 0,-18 0 0,36 0 0,-36 0 0,18 0 15,-35 0-15,52 0 0,-52 0 0,35 17 0,-18-17 0,18 0 0,53 0 0,-71 0 0,18 0 0,-18 0 0,18 0 0,18 0 0,-18 0 0,-18 0 0,18 0 0,0 0 16,17 0-16,-34 0 0,-19 0 0,36 0 0,18 0 0,-18 0 0,-18 0 0,18 0 0,35 0 0,-17 0 0,-18 0 0,17 0 0,1 0 0,17 0 0,-53 0 16,18 0-16,18 0 0,-18 0 0,-36 0 0,54 0 0,-36 0 0,18 0 0,18 0 0,-1 0 0,-17 0 0,18 0 0,-19 0 0,142 0 15,-141 0-15,18 0 0,1058 0 16,-1059 0-16,-34 0 0,563 18 16,-510-18-16,-54 35 0,18-35 0,0 0 0,282 18 15,-282 0-15,-18-18 0,18 0 0,0 0 0,-18 35 0,18-35 0,-18 0 0,54 0 0,-54 18 0,71-18 0,-53 0 0,0 0 0,-18 35 0,18-35 0,17 0 16,-52 18-16,52-18 0,-17 0 0,-17 0 0,17 0 0,17 17 0,-52-17 0,35 0 0,882 71 15,-883-71-15,-16 0 0,17 35 0,0-35 0,158 0 16,-123 0-16,-70 0 0,17 0 0,18 0 0,-17 0 0,16 0 0,-16 0 0,17 0 0,105 0 16,-122 0-16,17 0 0,-36 0 0,19 0 0,16 0 0,-16 0 0,17 0 0,-36 0 0,36 0 0,-18 0 0,18 0 0,-35 0 0,17 0 0,18 0 0,-35 0 15,17 0-15,18 0 0,-18 0 0,1 0 0,-1 0 0,-18 0 0,36 0 0,-17 0 0,17 0 0,-36 0 0,19 0 0,52-18 0,-71 18 0,19 0 0,17 0 0,-36 0 16,18 0-16,18 0 0,-17 0 0,-1 0 0,18 0 0,317-17 16,-334 17-16,16 0 0,1 0 0,-35 0 0,17-18 0,-17 18 0,52 0 0,-52 0 0,423-35 15,-406 35-15,-17 0 0,17-18 0,177 18 16,-177-17-16,18 17 0,124-18 15,-125 0-15,372-52 16,-407 70-16,1 0 0,0 0 0,176-36 16,-177 36-16,1 0 0,0 0 0,-1 0 0,1-17 0,105 17 15,-105-18-15,0 18 0,511-88 32,-423 70-17,-89 18-15,248-17 16,-247 17-1,-1 0-15,107-18 16,-71-17 0,17 17-1,18 18 1,1 0 0,34 0-1,-105 0-15,-1 0 0,89 0 16,388 35 15,-476-35-31,-1 0 0,-17 18 0,53-18 0,106 18 16,158 52-1,54-35 1,-354-17-16,36-18 0,-35 0 0,0 0 0,-1 35 0,1-35 0,0 0 0,17 0 0,124 18 16,-124 0-16,-17-18 0,17 0 0,-18 0 0,19 0 0,-19 0 0,36 0 0,-35 17 0,0-17 0,-1 0 0,1 0 15,0 0-15,52 0 0,-52 0 0,-1 0 0,336 18 16,-300-18-16,-35 0 0,52 0 15,-52 0-15,17 0 0,-17 0 0,-1 0 0,1 0 0,88 0 16,141 53 15,-212-53-31,18 0 16,-35 0-16,140 35 16,389-17 15,-529-18-31,-1 0 0,89 0 15,282 35 17,-370-35-32,0 0 0,-1 0 0,72 0 15,-1 18 1,-71-18-16,19 0 31,-19 0 0,19 0-15,-1 0 15,-18 0 32,195 35-48</inkml:trace>
  <inkml:trace contextRef="#ctx0" brushRef="#br0" timeOffset="18031.79">15593 8731 0,'0'36'15,"0"34"1,0-52-16,0-1 0,0 36 15,0 0 1,0-35-16,0 52 16,17-123 93,1 1-93,0 34-16,-1-53 15,89-52 17,-88 123-17,-1-18 1,19 18 15,-36 71 47,0-36-62,0-17 15,0 52-15,-36-17-1,36-35 1,0-1-16,0 1 31,89-71 32,-54 36-63</inkml:trace>
  <inkml:trace contextRef="#ctx0" brushRef="#br0" timeOffset="18327.7">16157 8802 0</inkml:trace>
  <inkml:trace contextRef="#ctx0" brushRef="#br0" timeOffset="23907.29">16775 8378 0,'-53'0'62,"17"0"-46,19 0-16,-36 36 15,-53 140 1,106-141-16,-35 107 16,-1-54-1,36-71-15,0 213 16,0-124-1,0-89-15,0 71 16,0-52-16,0 17 16,0-36-16,0 18 15,0 18 1,-17-17 0,-1-36-1,1 0 1,-89-177 15,106 142-15,-18 17-16,18 1 0,0-1 0</inkml:trace>
  <inkml:trace contextRef="#ctx0" brushRef="#br0" timeOffset="24186.27">16122 8819 0,'35'0'47,"71"0"-32,-71 0 1,54 0-1,87 0 1,-123 0 0,0 0-1,-18 0 1,-35 18-16</inkml:trace>
  <inkml:trace contextRef="#ctx0" brushRef="#br0" timeOffset="24437.51">16845 8731 0,'0'0'0,"-35"88"31,35-70-15,0 88-1,35 88 1,-35-176 15,53-18 1</inkml:trace>
  <inkml:trace contextRef="#ctx0" brushRef="#br0" timeOffset="24676.44">17198 8802 0,'18'17'15,"-1"19"1,1-1-1,-18 53 1,0-70 31</inkml:trace>
  <inkml:trace contextRef="#ctx0" brushRef="#br0" timeOffset="24920.8">17357 8749 0,'-89'35'16,"72"-35"-16,123-35 0,-247 88 15,141-36-15,-18-17 0,-17 18 0,-18 17 16,17 18-1,36-35 1,53-53 15</inkml:trace>
  <inkml:trace contextRef="#ctx0" brushRef="#br0" timeOffset="25173.48">17321 8802 0,'0'0'0,"36"88"15,-19-88-15,-17 35 16,0-17-16,0 52 31,0-52-15,-17 35 15,17-35-15,17-1-1,19-17-15</inkml:trace>
  <inkml:trace contextRef="#ctx0" brushRef="#br0" timeOffset="27235.49">16210 9472 0,'71'-18'47,"158"18"-31,-211 0-16,-1-17 0,19 17 0,-19 0 0,1 0 0,-1 0 0,1 0 0,0 0 15,-1 0-15,19 0 0,-19-18 0,1 18 0,0 0 0,211-17 16,106-36 0,-317 53-16,17-18 15,-17 18-15,-1-18 16,1 18 0,17 0 15</inkml:trace>
  <inkml:trace contextRef="#ctx0" brushRef="#br0" timeOffset="48063.57">5556 9049 0,'53'0'31,"-35"-18"-15,-1 18-16,301 0 16,-71 0-1,159 0 1,-371 0-16,0 0 0,-17 0 0,-1 0 0,213 0 15,-195 0-15,-17 0 0,-1 0 0,195-35 16,-124 0 0,-88-1-1</inkml:trace>
  <inkml:trace contextRef="#ctx0" brushRef="#br0" timeOffset="67489.38">5962 10037 0,'-18'0'0,"36"0"94,0 0-79,299 52 1,-17-34-1,-265-18-15,-17 0 0,0 0 0,228 35 16,-228-35-16,0 0 0,264 0 16,88 0-1,-334-17 1,-19 17-16,71 0 16,-17-18-1,17 0 1,71 1-1,-141 17 1,35 0 0,141 0-1,-106 0 1,-35 0-16,-36 0 0,1 0 0,141 0 16,88-18-1,-230 18-15,1 0 0,123-17 16,-123 17-16,-1 0 0,1 0 0,194-53 15,-177 53 1,0 0 0,-17 0-1,88 0 1,-53 0 0,-18 0-16,-18 0 15,19 0 1,17 0-1,-18 0 64,-17 0-64,52-18 1,-17 18-16</inkml:trace>
  <inkml:trace contextRef="#ctx0" brushRef="#br0" timeOffset="69047.31">11395 10107 0,'0'-18'78,"70"18"-62,283-17 15,35 17 0,-353 0-31,371-18 32,35 18-1,-406 0-31,-17 0 0,158-17 31,-35 17 0,-123 0-31,229 0 32,-123 0-1,-107 0 31,1 0-30,-1 0-1</inkml:trace>
  <inkml:trace contextRef="#ctx0" brushRef="#br0" timeOffset="75766.05">19861 9454 0</inkml:trace>
  <inkml:trace contextRef="#ctx0" brushRef="#br0" timeOffset="81472.98">21978 10107 0,'212'-18'78,"70"1"-62,-212-1-16,213 1 16,-266-1-16,1 18 0,0 0 0,17 0 0,-17 0 0,229-53 15,-159 35 1,-71 18-16,1 0 15,0 0 1,105-17 0,1 17-1,-72 0 1,-16 0 0,-19 0 30,1 0-14</inkml:trace>
  <inkml:trace contextRef="#ctx0" brushRef="#br0" timeOffset="82894.85">21943 10072 0,'17'0'62,"1"0"-46,53 0 0,17 0-1,141 0 1,-194 0-1,-17 0-15,0 0 0,123 0 16,18-18 0,-159 1-16,105-19 15,1-17 1,18 0 0,-107 53-16,19-17 15,-1-36 1,-17 0-1,-18 0 1,35-88 0,-35 88-1,0-18 1,-53-34 0,18 69-1,-36 1 1,53 35-16,18-35 0,-53 17 15,36 18-15,-124-17 16,17 17 0,107 0-16,-1 0 0,-35 0 15,-70 0 1,87 0-16,-70 17 16,-35 36-1,106-53-15,-35 35 16,-107 18-1,124-53 1,-17 53 0,52-53-16,-53 35 15,36 18 1,18 18 0,-1-18-1,18-36-15,0 54 16,0 70-1,18-123 1,17 35 0,35 0-1,-70-36 1,36 1 0,17 17-1,-18-35-15,0 0 16,177 35-1,-195-35-15,248 53 16,-247-53-16,17 0 0,88 18 0</inkml:trace>
  <inkml:trace contextRef="#ctx0" brushRef="#br0" timeOffset="84513.33">24712 10037 0,'106'0'63,"353"0"-32,-442 0-31,1 0 0,17 0 0,-17 0 0,282 0 31,-36-18 1,-246 18-32,-1-18 0,54 1 31,-36 17 0,1 0 32,16 0-48,-34 0-15,17 0 0,159 0 31,-52 0 1,-125 0 15,36 0-32,106 0 16,-124 0 1,0 0-1,1 0 0,-19 0 0,1 0-15</inkml:trace>
  <inkml:trace contextRef="#ctx0" brushRef="#br0" timeOffset="85098.31">25788 10354 0,'53'0'62,"212"0"-31,-248 0-15,-34 0 15,-36 18-31</inkml:trace>
  <inkml:trace contextRef="#ctx0" brushRef="#br0" timeOffset="85500.7">25841 10442 0,'-18'18'62,"-105"264"-31,123-264-31,0-1 0,-35 89 16,17-35 15,-17-18 0,52-36 1,248-17-1,-230 0-31,53-53 31,-17 18 0,-71 0-31</inkml:trace>
  <inkml:trace contextRef="#ctx0" brushRef="#br0" timeOffset="85819.34">25735 10636 0,'18'0'47,"176"-17"-16,-177 17-31,89-18 16</inkml:trace>
  <inkml:trace contextRef="#ctx0" brushRef="#br0" timeOffset="86454.67">26282 10478 0,'0'17'62,"0"1"-46,0 17-16,0 18 15,0-35-15,18 229 16,-1-195 0,-17-34-16,53 106 15,0-36 1,-35-88-16,-18 17 0,35 19 15,-35-89 48,0-18-47,-18 18-16</inkml:trace>
  <inkml:trace contextRef="#ctx0" brushRef="#br0" timeOffset="86805.44">26423 10478 0,'0'0'0,"-35"35"16,-1-35-16,-16 88 16,-19 18-1,-105 53 1,176-142-16,-18 1 16,0 35-1,18-18 1,0-53 31,18 1-32,17-19 1</inkml:trace>
  <inkml:trace contextRef="#ctx0" brushRef="#br0" timeOffset="88174.58">27640 10389 0,'-35'36'47,"17"122"-31,18-140-16,0 0 0,0-1 0,-70 213 31,70-213-31,-36 54 31,36-36-15,0-88 31</inkml:trace>
  <inkml:trace contextRef="#ctx0" brushRef="#br0" timeOffset="88658.36">27693 10319 0,'71'-18'31,"-142"36"-31,212-36 16,-106 36 0,89 176 15,-124-159-31,-53 141 31,-18-34-15,-87 34 15,69-158 0,72-18-31,-1-18 31,1 18-31,17-18 0,158-211 32,-105 176-32</inkml:trace>
  <inkml:trace contextRef="#ctx0" brushRef="#br0" timeOffset="89032.16">28063 10319 0,'18'17'46,"88"195"-14,17-106-1,-105-71-15,0-35-1,-18 18 16,0-53 16</inkml:trace>
  <inkml:trace contextRef="#ctx0" brushRef="#br0" timeOffset="89346.07">28434 10231 0,'-106'105'31,"36"-16"-15,70-72-16,-18-17 0,18 18 0,-53 70 31,53-70 0,0-1 16,0 1-16</inkml:trace>
  <inkml:trace contextRef="#ctx0" brushRef="#br0" timeOffset="92939.76">28240 10478 0,'0'35'63,"0"18"-32,0-36-15,0 19-1,0-19 1,-71 107 0,71-71-1,-17-36 1,17 1 0</inkml:trace>
  <inkml:trace contextRef="#ctx0" brushRef="#br0" timeOffset="93669.89">28275 10619 0,'18'0'109,"70"17"-93,53 107 15,-106-71-16,-17-36 1,0-17 15,-1 0 79,54 18-95</inkml:trace>
  <inkml:trace contextRef="#ctx0" brushRef="#br0" timeOffset="110282.75">5592 11553 0,'88'0'109,"529"18"-77,-599-18-32,-1 0 0,36 0 0,-35 0 0,0 0 0,17 0 0,0 0 0,0 18 0,18-18 0,-35 0 15,0 0-15,17 0 0,-17 0 0,17 0 0,-18 0 0,19 0 0,211 17 16,-230-17-16,1 0 0,0 0 0,211 0 15,-53 0 1,-158 0-16,0 0 0,70 0 16,53 0-1,-124 0-15,107-17 16,-106 17-16,-1 0 0,230-18 16,-229 18-16,-1 0 0,72 0 15,-19 0 1,-52 0-16,176 0 15,-53 0 1,-123 0-16,-1 0 0,1 0 0,52 0 16,142 0-1,-194 0-15,-1 0 0,1 0 0,0 0 0,17 0 0,124 0 16,17 0 0,-158 0-16,105 0 15,-105 0-15,105-18 16,-105 18-16,0 0 0,87 0 15,19 0 1,-106-17 31,34 17-16,37 0-15,34 0 15,-105 0-15,-1 0 109,1 0-110</inkml:trace>
  <inkml:trace contextRef="#ctx0" brushRef="#br0" timeOffset="111897.87">13529 11589 0,'71'0'93,"246"0"-77,-264 0-16,-18 0 0,847 0 31,-864 0-31,-1 0 0,36 17 0,-35-17 0,17 0 0,-17 0 0,17 0 0,-17 0 0,282 0 32,-283 0-32,36 0 31,53 0 0,123 0 0,-35-17 1,-176 17-32,88 0 31,-88-18 0,-1 18 63,177 0-63,-158 0-31,-19 0 0,1 0 0,317 0 16</inkml:trace>
  <inkml:trace contextRef="#ctx0" brushRef="#br0" timeOffset="112829.29">19350 11783 0,'53'0'47,"17"0"-31,-52 0-16,105 0 15,-105 0-15,88 0 16,-18 0 0,-70 0-1,17 0 1,-17 0-16,17 0 31,-53 0 16,1 0-31</inkml:trace>
  <inkml:trace contextRef="#ctx0" brushRef="#br0" timeOffset="117899.46">11236 12665 0,'-35'53'78,"-36"194"-47,36-230-31,35 36 16,-18 53-1,18-88-15,0 158 16,53-88-1,-18 0 1,18-17 0,0-1-1,-35-34 1,35 34 0,35 1 15,-70-53-31,140 34 15,-34 1 1,-106-53-16,87 18 16,72-18-1,-160 0-15,1 0 0,123 0 16,106 0 0,-229 0-16,-1 0 0,177 0 15,-158 0-15,-19 0 0,1 0 0,194-35 16,-195 35-16,19 0 15,69 0 1,-87 0-16,88 0 16,123 0-1,-211 0-15,17 0 0,106 0 16,441 17 15,-564-17-31,335 18 31,-124-18-15,-211 0-16,-1 0 0,1 0 0,158 0 16,-158 0-16,0 0 0,-1 0 0,248 0 15,-248 0-15,19 0 0,-1 0 0,-17 0 0,-1 0 0,36 0 0,-35 0 0,493 0 32,-493 0-17,52-35 16,1-1-15,-18 19 0,-53-1-16,71-70 31,-54 35-15,18-35-1,36-89 16,-71 54-15,0 35 0,0-71 15,0 106-15,-35 18-1,35 17 1,-106-70 15,0 53-15,-17 17-1,105 18-15,-282-18 32,71 18-17,211 0-15,1 0 0,-1 0 0,-70 0 16,-424 0 15,494 0-31,1 0 0,-18 0 0,17 0 0,-70 0 16,-124 0-1,-264 0 17,282 0-17,159 0-15,17 0 0,0 0 0,-299 0 31,-18 0 1,211 0-17,-52 0 1,140 0-16,-210 0 31,210 0-31,-70 0 16,-35 0-1,124 0-15,-248 0 32,71 0-17,176 0-15,-264 0 32,265 0-32,-1 0 0,-158 0 31,105 0-16,0 0 17,-17 0-1,71 0-15,17 71 46,105 176-46</inkml:trace>
  <inkml:trace contextRef="#ctx0" brushRef="#br0" timeOffset="123354.27">8678 11095 0,'0'17'78</inkml:trace>
  <inkml:trace contextRef="#ctx0" brushRef="#br0" timeOffset="125095.11">15187 12859 0,'0'0'0,"-18"0"16,-52 88-1,70-70 1,-71 17-16,36 18 16,35-18-16,-35 36 15,35 70 1,0-124-16,0 124 16,35-52-1,-17-89-15,17 53 16,159 88-1,-176-141-15,17 35 16,18 18 0,53-35-1,0-1 1,176 1 0,-124-18-1,-140 0-15,35 0 16,35-35-1,0-54 1,-35 1 0,-35 18-1,-18-36 1,0 88-16,35-52 16,-35-19-1,0 54 1,-35-71 15,-53 36-15,52 52-1,-105-88 17,124 106-32,-19-35 15,-69 35 1,52-35-1,-71 35 17,107 0 30,-36 35-46</inkml:trace>
</inkml:ink>
</file>

<file path=ppt/ink/ink5.xml><?xml version="1.0" encoding="utf-8"?>
<inkml:ink xmlns:inkml="http://www.w3.org/2003/InkML">
  <inkml:definitions>
    <inkml:context xml:id="ctx0">
      <inkml:inkSource xml:id="inkSrc0">
        <inkml:traceFormat>
          <inkml:channel name="X" type="integer" max="4480" units="cm"/>
          <inkml:channel name="Y" type="integer" max="1440" units="cm"/>
          <inkml:channel name="T" type="integer" max="2.14748E9" units="dev"/>
        </inkml:traceFormat>
        <inkml:channelProperties>
          <inkml:channelProperty channel="X" name="resolution" value="85.00949" units="1/cm"/>
          <inkml:channelProperty channel="Y" name="resolution" value="48.64865" units="1/cm"/>
          <inkml:channelProperty channel="T" name="resolution" value="1" units="1/dev"/>
        </inkml:channelProperties>
      </inkml:inkSource>
      <inkml:timestamp xml:id="ts0" timeString="2024-10-28T02:48:43.454"/>
    </inkml:context>
    <inkml:brush xml:id="br0">
      <inkml:brushProperty name="width" value="0.05292" units="cm"/>
      <inkml:brushProperty name="height" value="0.05292" units="cm"/>
      <inkml:brushProperty name="color" value="#FF0000"/>
    </inkml:brush>
  </inkml:definitions>
  <inkml:trace contextRef="#ctx0" brushRef="#br0">21467 12136 0,'-36'0'63,"-17"17"-48,-141 142 17,71 123-17,123-264 1,17 70-1,19-88 17,-19 0-17,107-53 1,-107 35 0,72-34-1</inkml:trace>
  <inkml:trace contextRef="#ctx0" brushRef="#br0" timeOffset="490.76">21608 12382 0,'-18'18'0,"36"-36"0,-54 89 15,36-53-15,-17 52 16,17 1 0,35 70-1,-35-123-15,71 17 31,-19-35-15,54-35 0,-53-18-1,-35 53-15,0-71 16,-18 1 0,0 52-16,-36-106 15,19 124 1,-1-17-1,18-1 17</inkml:trace>
  <inkml:trace contextRef="#ctx0" brushRef="#br0" timeOffset="849.76">22172 12418 0,'18'17'0,"-36"-34"0,89 123 16,-54-106-16,-17 17 0,0 1 0,18-18 0,-18 18 0,35 87 16,-17-105-1,-18 18-15,0-36 47,17-17-31,89-230-1,-106 230 1,0 18-16,18 17 0,88-194 16,-106 176-16,53-53 31</inkml:trace>
  <inkml:trace contextRef="#ctx0" brushRef="#br0" timeOffset="1265.04">22878 11994 0,'-18'0'16,"0"18"-1,-70 282 1,88-282-16,0 17 0,0 0 15,0 124 1,0-141-16,0-1 0,35 71 16,107-35-1,-107-53 1,141-35 0,-158 35-16,-18-18 15,123-70 1</inkml:trace>
  <inkml:trace contextRef="#ctx0" brushRef="#br0" timeOffset="1600.62">23424 11889 0,'18'105'16,"0"-34"0,35 141-1,0-89 1,-36-105-16,-17 17 15,35 36 1,-17-36 0,0-35 15</inkml:trace>
  <inkml:trace contextRef="#ctx0" brushRef="#br0" timeOffset="1876.54">23671 12100 0,'-17'18'16,"34"-36"-16,-175 195 15,158-160-15,-18 1 0,0 0 16,-17 34 0,35-34-16,-18 0 15,-17-1 1,88-17 15</inkml:trace>
  <inkml:trace contextRef="#ctx0" brushRef="#br0" timeOffset="2129.16">24077 12506 0,'0'0'0,"0"53"15,-35 0 1,0 17 0,-1-70-16,36 18 0,-53 53 15,53-19 1,-17-52-16</inkml:trace>
  <inkml:trace contextRef="#ctx0" brushRef="#br0" timeOffset="2495.28">24483 11906 0,'0'0'0,"0"53"16,0 18-1,0 17 1,0-53 0,53 0 15,35-35-15,-35 0-1</inkml:trace>
  <inkml:trace contextRef="#ctx0" brushRef="#br0" timeOffset="3105.09">24906 12030 0,'0'-18'16,"-18"18"0,-17 0-1,0 88 16,17-35 1,18-35-1,-35 70 0,0-17-15,-1 17-1,36-53 17,0 18 77,36 123-78,-36-158-31,17 158 32,-17-105-17,0-124 63,18 53-78</inkml:trace>
  <inkml:trace contextRef="#ctx0" brushRef="#br0" timeOffset="3447.21">25171 12224 0,'0'106'16,"0"-71"-16,0-176 0,0 388 15,0-212-15,0-17 0,0-1 0,-106 160 32,35-89-17,71-71-15,-35 125 31</inkml:trace>
  <inkml:trace contextRef="#ctx0" brushRef="#br0" timeOffset="8800.79">21625 12330 0,'18'0'109,"0"0"-62,34 0-31,-16 0-1,-1 0 1,18 0 0,-35 35-1,-1-35-15,1 0 16,0 17-1,-1-17 1,1 0 0,-18 18 249,0 0-218,17-18-31,-17 17 15,36-17 78,-19 18-93</inkml:trace>
  <inkml:trace contextRef="#ctx0" brushRef="#br0" timeOffset="86860.05">21590 10001 0,'71'0'78,"281"0"-47,-334 0-31,0 0 0,-1 36 0,1-36 0,0 0 0,387 35 16,-387-35-16,35 0 0,-36 0 0,1 0 0,0 0 0,-1 0 0,19 0 15,17 0-15,352 17 32,-387-17-32,35 0 31,17 0-15,1 0-1,52 0 16,-105 0-31,35 0 16,-18-17 0,36 17 15,-18-18 0,-36 18 0,-17 18 32</inkml:trace>
  <inkml:trace contextRef="#ctx0" brushRef="#br0" timeOffset="88324.65">21890 9119 0,'0'18'15,"-35"123"17,35-123-17,0-1-15,-89 283 16,89-265 0,0-17-16,0 335 31,0-335-31,0 281 15,36-281 1,-1 70 0,18-52 31,317-1-16,-352-35-31,176-88 31,18-195 0,-195 266-31,142-266 32,-141 266-32,17-160 31,-35 72-16,0 87-15,-53-158 32,0 70-17,18 35 1,17 54-16,-17-89 31,17 70-15,-35-16 15,-17 52 0,-54 0 1,107-18-17</inkml:trace>
  <inkml:trace contextRef="#ctx0" brushRef="#br0" timeOffset="105157.54">18715 13970 0,'0'18'110,"0"-1"-95,17 89 1,-17-71-1,0 1-15,0-19 16,0 36 0,0-35-16,0 88 15,0 17 1,0-105-16,0 88 16,-17-18-1,-1 18 1,-17-1-1,35-87-15,-18 0 16,1-18 62,-1-53-62,18 18-1</inkml:trace>
  <inkml:trace contextRef="#ctx0" brushRef="#br0" timeOffset="106080.78">18803 13988 0,'53'0'94,"0"0"-78,35 0 15,-53 0-15,18 53-1,0-1 17,-53 37-17,-70-36 16</inkml:trace>
  <inkml:trace contextRef="#ctx0" brushRef="#br0" timeOffset="106955.1">19103 14111 0,'0'18'31,"0"-1"-16,-18 36 1,18-35 15,-17 0 1,17-1-17,-18-17 1,0 36-1,-17 34 17,0-70-17,17 0 48,18 18-48,-35-18 17,17 0-17</inkml:trace>
  <inkml:trace contextRef="#ctx0" brushRef="#br0" timeOffset="107607.16">19350 14058 0,'0'-35'47,"-35"35"-16,-36 70 0,36 36-15,17 88 15,18-141-15,0-17-16,18 34 31,-18-35 0,17-35 0,72 36 1</inkml:trace>
  <inkml:trace contextRef="#ctx0" brushRef="#br0" timeOffset="108170.87">19808 14023 0,'0'18'62,"-123"158"-31,35 141 1,35-175-17,18-19 1,17-35 15,18-158 16,71-107-16,-36 89-15,0 0-1,0 17 1</inkml:trace>
  <inkml:trace contextRef="#ctx0" brushRef="#br0" timeOffset="108738.74">19844 14076 0,'17'70'94,"19"142"-63,-36-194-31,17 88 16,-17-18-1,0-71-15,18 160 32,-18-124-1,18-53 47,-1 0-62</inkml:trace>
  <inkml:trace contextRef="#ctx0" brushRef="#br0" timeOffset="109524.96">19632 14499 0,'71'0'125,"17"0"-94,-71 0-15,54 0 0,-36 0 15</inkml:trace>
  <inkml:trace contextRef="#ctx0" brushRef="#br0" timeOffset="110289.06">20267 14023 0,'18'35'47,"-1"-17"-32,-17-1-15,18 19 16,0 34 0,-18-52-16,0 35 15,0 35 1,0-17 0,0-1-1,-71-17 1,-17 53-1,70-88 1,-17-1 0,35 1 77</inkml:trace>
  <inkml:trace contextRef="#ctx0" brushRef="#br0" timeOffset="111750.59">21343 14076 0,'0'17'47,"0"1"-32,0 0-15,0 105 16,0-105-16,0 0 0,0 70 16,0 176 15,-18-70-15,18-88-1,0-71 1,-35-17-1,35-53 64,0-18-64,0 35-15</inkml:trace>
  <inkml:trace contextRef="#ctx0" brushRef="#br0" timeOffset="112597.65">21484 14005 0,'18'53'78,"-18"-35"-63,35 52 17,-17-17-17,-1-53-15,-17 18 0,0 0 16,0 123 15,0-71 0,-35-34-15,17-19 15,1-17 1,-54 18-1,71-1 16,36 1-32,-1-18 1</inkml:trace>
  <inkml:trace contextRef="#ctx0" brushRef="#br0" timeOffset="113187.75">21872 13988 0,'-17'-18'32,"-19"36"-1,19-18-31,-72 194 31,72-124-15,-1-52-16,18 123 31,0-70-15,0 17 15,88-18 0,-70-70-31,106 0 31,-36 0-15,-53 0-16,-17-35 0</inkml:trace>
  <inkml:trace contextRef="#ctx0" brushRef="#br0" timeOffset="113840.13">22296 14023 0,'0'53'47,"0"53"-32,0-18 1,0 88 15,0-140-31,0-19 32,-18-17 30,0 0-46</inkml:trace>
  <inkml:trace contextRef="#ctx0" brushRef="#br0" timeOffset="115328.45">22313 14058 0,'0'-35'47,"18"35"16,-1 0-32,1 18 31,0 17 1,-18-18-47,0 72-1,0-72 16,0 1-15,-18 17 15,0-17-15,-17 0 15,18-18 0,17 17 94,52 18-93,-34-35-1,17 0 0,1 0-15,-1 0-1,-17 0 1,-1 18 0,36 17-1,-53-17 1,18 0 15,-18-1-15,0 19-1,-18 16 1,0-34 0,1 17-1,-18 18 1,-54-35 15,36-18-15,18 0-1,0 18 1,17-18 0,1 0-1,-19 0 63,36-18-62,0-35 0</inkml:trace>
  <inkml:trace contextRef="#ctx0" brushRef="#br0" timeOffset="116017.28">22825 13882 0,'0'35'16,"17"0"0,19 142 15,-1-89-15,-35-35-1,0-35-15,0 87 31,0-69-15,-18 17 0,1-18-1,-36 35 17,35-34-17,0-36-15,-52 35 31,-18-17 1,17-1-1,71 1 0</inkml:trace>
  <inkml:trace contextRef="#ctx0" brushRef="#br0" timeOffset="119454.26">20867 14323 0,'0'17'1656,"35"1"-1640,-17 0 0</inkml:trace>
  <inkml:trace contextRef="#ctx0" brushRef="#br0" timeOffset="121015.55">23424 14305 0,'36'0'109,"-19"0"-62,1 0-31,0 0-1,-1 0 1,1 18 0,0-18 77,34 17-46,54 1-16,-70-18 79,-19 18-1,18-18-109</inkml:trace>
  <inkml:trace contextRef="#ctx0" brushRef="#br0" timeOffset="122007.39">23442 14640 0,'18'0'0,"-1"0"16,1 0-16,0 0 15,17 0 1,-17 0 0,17 0-16,-18 0 15,19 0 1,17 0 0,17 0-1,18 0 1</inkml:trace>
  <inkml:trace contextRef="#ctx0" brushRef="#br0" timeOffset="122698.44">24500 14270 0,'0'-18'16,"-35"18"31,35 53-16,-17-35-15,17 88-1,-18 52 1,18-140-16,0 0 0,0 87 16,0-87-16,0 0 0,0-1 0,-18 160 15,18-124 1,0-36-16,0 1 0,0 70 15,-17 0 1,17-35 0,-18-53-1,18-35 63,0-71-62,0 89-16,18-19 16,-18 19-16,0-19 0</inkml:trace>
  <inkml:trace contextRef="#ctx0" brushRef="#br0" timeOffset="123442.15">24536 14323 0,'17'0'79,"54"0"-64,-53 0 16,34 106 1,-16-36-17,-36-35 1,0 18 15,0-35-15,-88 17 15,52-17 0,19-18 1,-72-53-1,37 18-16,52 17 1</inkml:trace>
  <inkml:trace contextRef="#ctx0" brushRef="#br0" timeOffset="123987.41">25065 14252 0,'-18'0'31,"-17"0"0,-18 71 0,53-54-31,-18-17 0,18 177 32,0-89-17,0-70-15,0 123 32,36-88-17,87 52 1,-105-105-1,-1 0-15,160 18 16,-142-18 0,0 0 15,18-88-15</inkml:trace>
  <inkml:trace contextRef="#ctx0" brushRef="#br0" timeOffset="124524.87">25665 14305 0,'-53'35'62,"0"71"-46,53-88-16,-71 158 31,54-88-15,-1-70 15,36-71 47,17 18-62,-35 17-16,17-70 15,36 0 32</inkml:trace>
  <inkml:trace contextRef="#ctx0" brushRef="#br0" timeOffset="125073.43">25700 14199 0,'0'0'0,"35"0"47,71 124-16,-18 17-15,-53-71 15,18 89 1,-35-88-17,0-1 1,17 1 31,-35-54-16</inkml:trace>
  <inkml:trace contextRef="#ctx0" brushRef="#br0" timeOffset="125520.15">25541 14570 0,'18'0'47,"-1"0"-32,1 0-15,70 0 16,-35 0-1,-35 0-15,52 0 16,36-18 0,-88 18-16,17-35 31,-17 35-15,-18-18-16,17 18 15</inkml:trace>
  <inkml:trace contextRef="#ctx0" brushRef="#br0" timeOffset="126062.92">26423 14217 0,'0'18'62,"0"123"-30,0-124-17,0 54 1,0 70 15,0-123-31,0 35 16,0-1-1,0-34 1,18-18 62,-18-35-78</inkml:trace>
  <inkml:trace contextRef="#ctx0" brushRef="#br0" timeOffset="127446.78">26458 14217 0,'89'0'140,"-72"0"-124,1 0-16,-1 0 15,-17 18 64,0-1-64,0 19 1,0-19-1,-17 1 1,-36 35 0,18-53-16,35 17 15,-18-17 1,0 36 0,1-19-1,-1-17 1,36 0 187,52 0-172,-52 0 0,0 18-15,52 35 15,-17-36-15,-53 1 0,18 17-1,17 1 1,-35-19-1,18-17-15,-18 18 16,0 52 15,0-34 1,-18-19-17,0 1 1,-35 0-1,36-1 1,-124 36 15,123-35-15,18-71 62,0 35-62</inkml:trace>
  <inkml:trace contextRef="#ctx0" brushRef="#br0" timeOffset="128307.6">26811 14164 0,'18'0'62,"17"71"-31,0 17 1,18 35-1,-53-87-16,0 16 1,0 72 15,-17-54-15,-1 1 15,18-36-15,-18-35-1,-17 36 1,-36 16 15,54-34 1</inkml:trace>
  <inkml:trace contextRef="#ctx0" brushRef="#br0" timeOffset="129882.46">18644 15293 0,'18'0'0,"229"-35"31,53 17-15,-283 18-16,1 0 0,17 0 0,-17 0 0,0 0 0,-1 0 0,1 0 0,0 0 0,-1 0 0,177 0 15,-176 0-15,17 0 0,-17 0 0,299 0 16,-299 0-16,35 0 0,-36 0 0,1024 0 31,-1006 0-31,18 0 0,-35 0 0,0 0 0,34 0 0,-16 0 0,-19 0 0,36 0 0,-17 0 0,17 0 0,246 0 16,-246 0-16,-17 0 0,405 0 15,-406 0-15,-18 0 0,36 0 0,0 0 0,529 53 32,-564-53-32,0 0 0,-1 0 0,548 35 15,-512-35 1,-36 0-16,1 18 0,0-18 0,17 0 0,0 0 0,-17 0 0,17 0 0,-17 0 0,88 0 0,-89 0 0,1 0 0,317 0 15,-317 0-15,35 0 0,-18 0 0,-18 0 0,36 0 0,-17 0 0,17 0 0,-36 0 16,54 0-16,-36 0 0,-17 0 0,476-71 16,-477 71-1,124-17 1,-123 17 0,105 0-1,-105 0 1,106-36-1,-107 36 1,1 0-16,264-53 16,-123 18 31,-71 35-1,-53 0-30,-17 0-16,88 18 16,-89-18-16,107 17 15,17 1 1,-53 0 0,-53-18-1,1 0 1,70 0-1,-89 0 1,18 0 0,-17 0-16</inkml:trace>
  <inkml:trace contextRef="#ctx0" brushRef="#br0" timeOffset="161175.46">6350 8273 0,'-35'17'16,"-265"283"15,282-247-15,-17 229-1,35-264-15,0 123 16,88 53-1,-70-176-15,52 105 16,177 1 0,-229-124-16,0 0 0,-1 0 0,1 17 0,141-17 15,-142 0-15,1 0 0,0 0 0,-1 0 0,1 0 0,-1 0 0,19-17 0,17-1 16,-36 18-16,-17-35 0,18 35 0,0 0 0,17-18 0,-18 0 0,1 18 0,176-211 16,-194 193-16,18-17 0,-18 17 15,0 1-15,17 17 0,-17-18 0,36 0 0,-36 1 0,0-1 0,0-17 0,17 17 0,-17 0 0,0 1 0,18-107 16,-18-52-1,0 158-15,0 1 0,0-1 0,-35-105 16,-36-1 0,53 106-16,-87-87 15,87 105-15,0-18 0,-299-123 16,158 70 0,124 71-16,35-17 0,-35 17 15,-18 0 1,-71 229 15</inkml:trace>
  <inkml:trace contextRef="#ctx0" brushRef="#br0" timeOffset="162995.93">6068 9260 0,'-71'36'47,"54"52"-31,-1-70-16,18 70 15,0-53-15,0 36 16,0-54-16,0 1 0,0 17 0,0 89 16,0-36-1,88 0 1,-70-88-16,17 18 15,-35-1-15,18-17 0,-1 0 0,-17 18 0,18-18 0,405 106 32,-176-106-17,-229 0-15,176 0 16,-176 0-16,-1 0 0,18 0 0,18-36 0,18 36 0,-53 0 0,-1 0 0,1 0 0,35-17 0,123-1 16,-158 18-16,35 0 0,211-17 15,-228 17-15,-19 0 0,19 0 0,-19 0 0,1 0 0,-1 0 0,1 0 0,0-18 0,-1 18 0,19 0 0,-19 0 0,19 0 16,-19 0-16,1 0 0,-1 0 0,1 0 0,17 0 0,-17 0 0,0 0 0,-1 0 0,1 0 0,0 0 0,-1 0 0,18 0 15,-17 0-15,0 0 0,-1 0 0,1 0 0,0 0 0,70 0 16,-18 0 0,36-35-1,-18 35 1,248 0 15,-319 0-31,1 0 0,105 0 16,-17 0-1,-88 0-15,88 0 32,-36 17-17,-52-17-15,35 18 16,-36-18-16,142 0 31,-35 0 0,-54 0 1,54 0-1,-107 0-31,71-106 31,-88 88-31,0-140 31,-88 52-15,-70 0 15,87 71-15,53 35-16,-105-36 31,-1 36 0,89 0-31,-124 0 32,-52 0-1,-54 0 0,-52 0 0,299 0-31,-264 0 32,-106 0-1,370 0-31,0 0 0,-158 0 16,0 0-1,158 0-15,0 0 0,-282 0 31,124 0-15,35 0 0,-141 0 15,158 0-15,-17 0-1,88-17 16,53-18 126</inkml:trace>
</inkml:ink>
</file>

<file path=ppt/ink/ink6.xml><?xml version="1.0" encoding="utf-8"?>
<inkml:ink xmlns:inkml="http://www.w3.org/2003/InkML">
  <inkml:definitions>
    <inkml:context xml:id="ctx0">
      <inkml:inkSource xml:id="inkSrc0">
        <inkml:traceFormat>
          <inkml:channel name="X" type="integer" max="4480" units="cm"/>
          <inkml:channel name="Y" type="integer" max="1440" units="cm"/>
          <inkml:channel name="T" type="integer" max="2.14748E9" units="dev"/>
        </inkml:traceFormat>
        <inkml:channelProperties>
          <inkml:channelProperty channel="X" name="resolution" value="85.00949" units="1/cm"/>
          <inkml:channelProperty channel="Y" name="resolution" value="48.64865" units="1/cm"/>
          <inkml:channelProperty channel="T" name="resolution" value="1" units="1/dev"/>
        </inkml:channelProperties>
      </inkml:inkSource>
      <inkml:timestamp xml:id="ts0" timeString="2024-10-28T02:37:10.434"/>
    </inkml:context>
    <inkml:brush xml:id="br0">
      <inkml:brushProperty name="width" value="0.05292" units="cm"/>
      <inkml:brushProperty name="height" value="0.05292" units="cm"/>
      <inkml:brushProperty name="color" value="#FF0000"/>
    </inkml:brush>
  </inkml:definitions>
  <inkml:trace contextRef="#ctx0" brushRef="#br0">3387 6279 0,'53'0'31,"-1"0"-16,-34 0-15,0 0 0,-1 0 0,583 0 16,35 18 0,-600-18-16,18 0 0,0 0 0,-35 0 0,17 0 15,18 0-15,-18 0 0,18 0 0,-17 0 0,69 0 0,-52 0 0,0 0 0,-17 0 0,16 0 0,-16 0 0,34 0 0,-52 0 0,35 0 0,-18 0 16,18-18-16,-18 18 0,1 0 0,-1 0 0,-18 0 0,36 0 0,-35 0 0,0-17 0,17 17 0,-17 0 0,34 0 0,-34 0 0,0-35 0,-1 35 0,36 0 0,-35 0 16,0 0-16,-1 0 0,1-18 0,0 18 0,-1 0 0,18 0 0,-17 0 0,-18-18 0,18 18 0,17 0 15,0-17 1,1 17 15,-19 0-15,1 0-1,52 0 17</inkml:trace>
</inkml:ink>
</file>

<file path=ppt/ink/ink7.xml><?xml version="1.0" encoding="utf-8"?>
<inkml:ink xmlns:inkml="http://www.w3.org/2003/InkML">
  <inkml:definitions>
    <inkml:context xml:id="ctx0">
      <inkml:inkSource xml:id="inkSrc0">
        <inkml:traceFormat>
          <inkml:channel name="X" type="integer" max="4480" units="cm"/>
          <inkml:channel name="Y" type="integer" max="1440" units="cm"/>
          <inkml:channel name="T" type="integer" max="2.14748E9" units="dev"/>
        </inkml:traceFormat>
        <inkml:channelProperties>
          <inkml:channelProperty channel="X" name="resolution" value="85.00949" units="1/cm"/>
          <inkml:channelProperty channel="Y" name="resolution" value="48.64865" units="1/cm"/>
          <inkml:channelProperty channel="T" name="resolution" value="1" units="1/dev"/>
        </inkml:channelProperties>
      </inkml:inkSource>
      <inkml:timestamp xml:id="ts0" timeString="2024-10-28T02:51:31.438"/>
    </inkml:context>
    <inkml:brush xml:id="br0">
      <inkml:brushProperty name="width" value="0.05292" units="cm"/>
      <inkml:brushProperty name="height" value="0.05292" units="cm"/>
      <inkml:brushProperty name="color" value="#FF0000"/>
    </inkml:brush>
  </inkml:definitions>
  <inkml:trace contextRef="#ctx0" brushRef="#br0">3052 7955 0,'35'18'78,"35"-1"-62,-52-17-16,17 0 0,336 36 15,-336-36 1,18 0-16,423 0 15,-441 0 1,-17 0-16,0 0 0,246-36 16,-246 36-1,0 0-15,158 0 16,-158 0 0,123 0-1,-124 0 1,266 0-1,-266 0-15,18 0 16,336 0 0,-353 0-1,17 0-15,159 0 16,-177 0 0,1 0-16,17 0 15,18 0 1,-35 0-1,0 0 32,-1 0-31,89 0 15,-88 0-15,-1 0-1,72 0 17,-72 0-17,142 0 1,-89 36 0,-17-36-1,-17 0 1,87 17-1,-17 1 1,-88-18-16,-1 0 0,1 18 16,0-18-16,-1 0 0,54 0 15,-54 0-15,54 0 16,-18 0 0,-36 0-1,19 0 1,-1 0-1,-53-89 48</inkml:trace>
  <inkml:trace contextRef="#ctx0" brushRef="#br0" timeOffset="858.01">5433 7250 0,'0'0'0,"-18"0"16,-70 52 0,53 1-1,17-53-15,0 18 16,-35 17-1,18 142 1,53-1 0,17-176-16,-35 18 0,18 17 15,70 106 1,-53-141-16,53 124 16,-17-89-1,-53-17 1,17-18-1,229 35 17,-193-35-17,-36 0-15,-17-18 16,35-211 15,-36 211-31,-17-17 0,0-53 16,0-89-1,0 142-15,-35-282 32,-35 264-1,34 0 0,19 53 0</inkml:trace>
  <inkml:trace contextRef="#ctx0" brushRef="#br0" timeOffset="2040.18">8202 7355 0,'-70'0'63,"-1"18"-48,-70 88 17,70 0-17,54-106-15,-142 247 31,141-212-31,18-17 0,-106 140 32,106-105-17,53 53 17,-17-71-17,17 1 1,-36-1-16,1-35 0,335 53 31,-336-53-31,1 0 0,0 0 0,-1 0 0,406 17 31,-405-17-31,247 0 32,-159 0-17,-106-17-15,158-54 31,-52-17 1,-53-18-17,141-70 17,-88 88-17,-88 88-15,-18-18 0,70-105 31,-70-142 1,-53 159-17,-17-17 1,70 105-16,-18 18 0,18-18 0,-106-70 31,89 88-31,-283-53 31,70 0-15,195 53 15,17 0 32</inkml:trace>
  <inkml:trace contextRef="#ctx0" brushRef="#br0" timeOffset="3600.69">9913 8079 0,'53'0'62,"159"53"-31,-159-18-15,-36-35-16,107 17 16,228-17-1,-334 0 1,0 0-16,264 36 15,-247-36 1,0 0-16,-17 0 0,0 0 0,264 0 16,-211 0-1,70 0 1,-35-18 0,88 18-1,-106 0 1,-71 0-16,1 0 0,0 0 0,87 0 15,19-18 1,-89-17 0,-17 35-1,35 0 17,0 0-17,-36 0 1,19-17-1,-1 17 1,0-18 0,177-17 15,-159 35-15,-36 0-16,1 0 0,176-36 15,-176 36 1,88 0-1,52-35 17,-87 17-17,-54 18-15,72-17 16,16 17 0,19 0-1,-106 0-15,123-18 31,-124 18-15,89 0 0,-88 0-1,35 0 1,17 0 0,-17 0-1,53 0 1,-71 0 15,-17 0 0,0 0 1,17 0-17,-17 0 16,-1 0 16,1 0 16,-1 0-32</inkml:trace>
</inkml:ink>
</file>

<file path=ppt/ink/ink8.xml><?xml version="1.0" encoding="utf-8"?>
<inkml:ink xmlns:inkml="http://www.w3.org/2003/InkML">
  <inkml:definitions>
    <inkml:context xml:id="ctx0">
      <inkml:inkSource xml:id="inkSrc0">
        <inkml:traceFormat>
          <inkml:channel name="X" type="integer" max="4480" units="cm"/>
          <inkml:channel name="Y" type="integer" max="1440" units="cm"/>
          <inkml:channel name="T" type="integer" max="2.14748E9" units="dev"/>
        </inkml:traceFormat>
        <inkml:channelProperties>
          <inkml:channelProperty channel="X" name="resolution" value="85.00949" units="1/cm"/>
          <inkml:channelProperty channel="Y" name="resolution" value="48.64865" units="1/cm"/>
          <inkml:channelProperty channel="T" name="resolution" value="1" units="1/dev"/>
        </inkml:channelProperties>
      </inkml:inkSource>
      <inkml:timestamp xml:id="ts0" timeString="2024-10-28T03:14:07.194"/>
    </inkml:context>
    <inkml:brush xml:id="br0">
      <inkml:brushProperty name="width" value="0.05292" units="cm"/>
      <inkml:brushProperty name="height" value="0.05292" units="cm"/>
      <inkml:brushProperty name="color" value="#FF0000"/>
    </inkml:brush>
  </inkml:definitions>
  <inkml:trace contextRef="#ctx0" brushRef="#br0">21925 4886 0,'88'0'31,"-70"0"-15,0 0-16,-1 0 0,654 18 16,-636-18-16,18 0 15,-18 0-15,18 0 0,1146 0 16,-1093 0 0,-53 0-16,0 0 0,-18 0 0,406 0 15,-388 0-15,-35 0 0,17 0 0,724 35 16,-742-35-16,1 0 15,35 0-15,-18 0 0,0 35 0,636-17 16,-618-18 0,458 0-1,-493 0-15,264 0 32,-264 0-17,-1 0-15,195 0 16</inkml:trace>
  <inkml:trace contextRef="#ctx0" brushRef="#br0" timeOffset="5400.24">21890 4392 0,'88'0'94,"-35"0"-78,-18 0-16,-17 0 0,211-35 15,-194 35-15,-17 0 0,88-18 16,-18 1 0,-53-1-1,36-17 1,-53 35-16,87-36 16,-87 36-1,0-17 1,35-19-1,17-34 1,36-1 0,-106 54-16,35-1 15,-17 18-15,35-71 16,35-34 0,-70 105-16,-18-18 0,17 0 15,36-52 1,18-1-1,-18 1 1,17-19 0,-52 72-1,-18-1-15,35-52 16,0-1 0,-17 71-16,53-106 15,-54 71 1,19-36-1,-19 19 1,36-1 0,-18 0-1,1 0 1,17 0 0,-18 0-1,18 0 1,-53 35-16,17 18 0,36-70 31,36 17 0,-89 35-31,52 1 16,37-54 15,-72 53-15,19 1-1,-19 17 1,36-18 15,-18 1-15,1 17-16,17-18 31,-18-17 0,-17 35 1,34 0-1,19 0 0,0 0 0,-1 0 1,18 35-1,-70-35-31,52 53 31,19 0 0,-72-18-15,-17-17-16,89 52 31,-37 18 1,1 18-1,-17-88-31,34 52 15,89 54 1,-141-106-16,17-18 0,265 229 31,-283-212-31,54 36 16,70 53 15,-88-88 0,-35-1-15,52 54 15,36 0-15,-88-71-16,264 158 31,-265-140-31,283 123 31,-194-106-15,-35-17 15,-18 17 1,-18-17-17,53 0 16,-53-1-15,18 36 15,18-35 1,-54-18-17,36 0 16,-17 0 1,17 17-1,-36-17-15,1 0 62,0 0 62,52 0-108,-35 0-1,36 0 0,-18 0 0,-36 0 1,1 0-1,0 0-16,-36 0 79,-70 36-94</inkml:trace>
  <inkml:trace contextRef="#ctx0" brushRef="#br0" timeOffset="8192.83">22966 4145 0,'0'18'47,"53"88"-16,-18-36-15,53 71 15,0 71 1,-35-106-17,-35-53 1,0 0-1,-18-36 1,0 1 0,35-18 93</inkml:trace>
  <inkml:trace contextRef="#ctx0" brushRef="#br0" timeOffset="10949.75">23036 4110 0,'0'88'109,"0"36"-93,0-54 0,0 54-1,0-107-15,0 89 16,18-35 0,-18-54 15,0-52 78,18-124-93,-1 142-16,36-142 15,-35 0 1,-18 89 0,0-19-1,0 178 48,0 16-48,0-87-15,0 211 16,0-176 0,0-18-1,35-35 79,0 0-94</inkml:trace>
  <inkml:trace contextRef="#ctx0" brushRef="#br0" timeOffset="11827.17">26670 3828 0,'0'17'157,"0"354"-126,0-354-31,0 1 0,0 0 0,0 105 16,0-88-16,0-17 0,0 141 15,0-142-15,0 19 0,0 69 16,0 19-1,0-106-15,0 176 32,0-141-1,0-36-15,71-34 30,34-160-30,-105 160-16,71-230 16</inkml:trace>
  <inkml:trace contextRef="#ctx0" brushRef="#br0" timeOffset="13054">24324 3528 0,'0'-18'31,"0"-17"-15,-18-53 15,1 70-15,-1 18 0,-70-18 15,70 18-31,-17 0 31,-53 71 0,88-1 1,35-52-1,36-18 0,-54 0-31,54 0 16,-71-18-16,53-17 31,-36 35 0,-17 18 32,0 70-48,0 124 17,0 88-1,0-283-31,-17 107 31,34-107 63,125-52-79,-54-35-15</inkml:trace>
  <inkml:trace contextRef="#ctx0" brushRef="#br0" timeOffset="13631.75">24694 3616 0,'0'0'0,"-88"35"31,71 18-15,-1 124 15,18-107 0,35-70 1,71-35-1,-88 17-31,17-52 15,0-1 1,-35-17 15,-17 53 1,-1 35-1,18-18 63</inkml:trace>
  <inkml:trace contextRef="#ctx0" brushRef="#br0" timeOffset="14032.16">25030 3298 0,'0'36'31,"17"-19"-15,18-17-16,1 0 31,-36-17 0,0-1 0</inkml:trace>
  <inkml:trace contextRef="#ctx0" brushRef="#br0" timeOffset="14544.95">25382 3228 0,'0'0'0,"0"35"15,0 18 1,-17 18 0,-1-1-1,-17 54 1,35-107-16,-35 54 16,-54 35-1,54-18 1,0-18-1,-18 19 1,35-36 0,53-53 62,-17 0-63</inkml:trace>
  <inkml:trace contextRef="#ctx0" brushRef="#br0" timeOffset="15011.42">25312 3898 0,'0'35'31,"17"-17"-15,1 0 0,35-89 62,-35 54-63,-18-36 17</inkml:trace>
  <inkml:trace contextRef="#ctx0" brushRef="#br0" timeOffset="16195.37">24800 1164 0</inkml:trace>
  <inkml:trace contextRef="#ctx0" brushRef="#br0" timeOffset="17068.95">24624 1023 0,'0'71'125,"0"-54"-109,0 36-16</inkml:trace>
  <inkml:trace contextRef="#ctx0" brushRef="#br0" timeOffset="17344.74">24747 1799 0,'0'0'0,"0"35"16,0 1 0,0-19 15,0 19 0,0-19-15,0 19-16,0-1 15</inkml:trace>
  <inkml:trace contextRef="#ctx0" brushRef="#br0" timeOffset="17601.72">24765 2417 0,'0'0'0,"0"35"16,0-18-16,0 72 15,0-54 1,0 18-1,0 17 1,0-52-16,0 88 16,0-71-1,0-17-15</inkml:trace>
  <inkml:trace contextRef="#ctx0" brushRef="#br0" timeOffset="17756.64">24765 3069 0,'0'0'0,"0"35"16,0 1-16,0-1 15,0-17 1,0-1-16,0 107 31,0-89-15,0 53 0,0-35-1</inkml:trace>
  <inkml:trace contextRef="#ctx0" brushRef="#br0" timeOffset="18103.52">24747 4957 0,'0'88'16,"0"-53"0,0-17-1,0-1 1,0 1-1,0 35 17</inkml:trace>
  <inkml:trace contextRef="#ctx0" brushRef="#br0" timeOffset="18424.78">24642 6085 0,'0'36'15,"0"-19"-15,0 1 16,0 17 31</inkml:trace>
  <inkml:trace contextRef="#ctx0" brushRef="#br0" timeOffset="20360.18">22137 4480 0,'-18'0'46,"1"36"-30,-1-36-16,-17 35 16,17-35-16,-70 106 15,53-53 1,17-53-16,0 35 16,-35 35-1,36-70-15,-1 18 16</inkml:trace>
  <inkml:trace contextRef="#ctx0" brushRef="#br0" timeOffset="21103.5">21943 4710 0,'70'0'47,"1"0"-32,-53 0-15,34 0 16,-34 0 0,0 0-1,-1 35 1,19 71-1,-36 52 1,0-69 0,0-72-16,-18 54 15,0-71-15,1 0 32,-1 0-17,0 0-15,-123-106 31,53 18-15,88 70-16,-17-52 16,-1 17-1,18 35-15</inkml:trace>
  <inkml:trace contextRef="#ctx0" brushRef="#br0" timeOffset="21584.36">22031 4568 0,'35'0'31,"-70"0"-31,88 0 15,-35 0 1,34 0 0,-34 18-16,17-18 15,1 0 17,-1 0-1,53 0 0</inkml:trace>
  <inkml:trace contextRef="#ctx0" brushRef="#br0" timeOffset="22115.68">22490 4480 0,'17'0'16,"1"0"15,-1 71-15,19-54-16,-1 72 31,18-72 0,0-17-15,-18-70 0,-17 70-16,-1-159 31,-17 124-15,0 17-16,-17 0 15,-18-17 1,-1 35 15</inkml:trace>
  <inkml:trace contextRef="#ctx0" brushRef="#br0" timeOffset="22427.87">23019 4551 0,'-36'159'31,"72"-318"-31,-107 441 15,54-264-15,17-1 0,-18-17 0,18 18 0,-71 141 32,54-106-17,17-36-15</inkml:trace>
  <inkml:trace contextRef="#ctx0" brushRef="#br0" timeOffset="22804.23">23089 4992 0,'0'-35'15,"0"-1"16,0 72 79,0 52-79,0-71-31</inkml:trace>
  <inkml:trace contextRef="#ctx0" brushRef="#br0" timeOffset="24164.22">27481 4410 0,'0'0'0,"-17"0"15,-1 0 1,0 0-16,18 17 16,-52 19-1,34 17 1,0-53-16,18 17 15,0 18 1,-17 54 0,17-72-16,88 142 31,-71-141-15,107 140-1,-124-122 1,18-36-16,-18 35 15,-106-106 79,70 54-78,36-1-16,-52-17 0</inkml:trace>
  <inkml:trace contextRef="#ctx0" brushRef="#br0" timeOffset="24476.47">27323 4621 0,'0'-35'16,"53"0"0,123 17 15,-141 18-16,18-17 1,-35 17 0,-1 0-1</inkml:trace>
  <inkml:trace contextRef="#ctx0" brushRef="#br0" timeOffset="25015.62">27887 4480 0,'-18'36'47,"18"-1"-16,53-53 32,-35 1-48,-18-1-15,18-35 16,-18 18 0,0-1-1,0 19 1</inkml:trace>
  <inkml:trace contextRef="#ctx0" brushRef="#br0" timeOffset="25339.27">28187 4498 0,'0'18'0,"0"-36"0,0 124 16,0-89-16,0 36 16,0-35-16,-141 229 31,123-194-15,1-36 15,34-17 16,18 0-32</inkml:trace>
  <inkml:trace contextRef="#ctx0" brushRef="#br0" timeOffset="26248.69">28187 4868 0,'0'-17'31,"-53"17"0,35 17 63,18 19-78,-17 34 15,17-52-15,0-1-16,0 36 62,17-35-46,36 0 15,-53-1 0,36-17 1,17-35-1,-53 17-16,0-35 17,0 36-1,-18 17 16,-17 0-32,17 0 17,0 17-1,18 36-15</inkml:trace>
  <inkml:trace contextRef="#ctx0" brushRef="#br0" timeOffset="32969.79">27058 3969 0,'0'70'32,"-123"213"-1,123-266-31,-18 1 0,-70 158 31,0-88 0,88-70 1</inkml:trace>
  <inkml:trace contextRef="#ctx0" brushRef="#br0" timeOffset="33277.06">27323 4216 0,'0'35'31,"-18"71"-15,0-18 0,1-53-1,17-17-15,0 0 16,35-1 31</inkml:trace>
  <inkml:trace contextRef="#ctx0" brushRef="#br0" timeOffset="33522.06">28028 4339 0,'-17'35'16,"-1"-17"-1,18 0-15,-35 52 16,17 1 0,18 17-1,-18-53 1,18-17-16,0 17 16</inkml:trace>
  <inkml:trace contextRef="#ctx0" brushRef="#br0" timeOffset="33805.35">28522 4551 0,'0'141'16,"-18"-88"0,-17 17-1,0 1 1,17-36 0</inkml:trace>
  <inkml:trace contextRef="#ctx0" brushRef="#br0" timeOffset="37871.29">27252 4233 0,'-35'124'32,"-18"17"-17,53-123-15,-18 70 16,1-71-16,-19 36 15,36 0 1,-17-53 0,70-35 31</inkml:trace>
  <inkml:trace contextRef="#ctx0" brushRef="#br0" timeOffset="38150.56">27746 4269 0,'0'88'15,"0"-35"1,0-18-16,-35 71 15,35 17 1,0-35 0,0-52-1,17-36 17,1 0-17,70 0-15</inkml:trace>
  <inkml:trace contextRef="#ctx0" brushRef="#br0" timeOffset="38389.96">28716 4516 0,'0'105'31,"0"-52"-16,-18-53-15,18 18 0,-17 70 16,-18-17 0,35-18-1,17-53 32</inkml:trace>
  <inkml:trace contextRef="#ctx0" brushRef="#br0" timeOffset="38637.41">29157 4621 0,'-53'71'46,"36"-1"-30,17-52 15</inkml:trace>
  <inkml:trace contextRef="#ctx0" brushRef="#br0" timeOffset="42513.17">26829 5503 0,'0'36'15,"0"17"1,0 35 0,0 35-1,0-52 1,0-18-1,0-36 1,0 19 15,0-1 1</inkml:trace>
  <inkml:trace contextRef="#ctx0" brushRef="#br0" timeOffset="42828.37">26935 5891 0,'0'-35'47,"35"17"-31,53-17 15,-53 18 0</inkml:trace>
  <inkml:trace contextRef="#ctx0" brushRef="#br0" timeOffset="43326.97">26511 6085 0,'18'0'78,"105"0"-63,36 0 17,-71 0-17,-17 0 1,35 0 0,0 18-1,-89-18 1,1 0 15</inkml:trace>
  <inkml:trace contextRef="#ctx0" brushRef="#br0" timeOffset="44137.25">27605 5680 0,'0'-18'15,"17"18"17,-17 106-1,-52 17 16,-1-70-32,35-53 1,0 18 0,-52-18 30,17-18-30,53 1-16,-71-107 31,71 107-15,0-19 0,89 36 46,-1 18-46,-88 0-16,17-18 15,124 105 1,-123-69 0,0-36-16,17 53 15,-17-53-15,52 88 16,-52-71-1,0-17 32,-1 0-15,-17-35-17</inkml:trace>
  <inkml:trace contextRef="#ctx0" brushRef="#br0" timeOffset="44477.13">28099 5539 0,'0'105'31,"0"-87"-15,-36 53-1,-16-18 1,34-18-1,18-18 1,70-52 15,-52 18-15</inkml:trace>
  <inkml:trace contextRef="#ctx0" brushRef="#br0" timeOffset="44678.88">28293 5609 0,'0'0'0,"88"35"15,-88-17-15,18-18 0,-1 71 32,-17-54-1,18 1-16,0-18 1</inkml:trace>
  <inkml:trace contextRef="#ctx0" brushRef="#br0" timeOffset="45240.84">28134 5927 0,'18'0'78,"70"0"-62,-70 0-16,34 0 16,1 0-1,0 0 1,-35 0-1,35 35 17,-53 177-1,-18-177-15,-17 18-1,17-53 16,-17 0-15,17 0-16,-70 0 16,35-18-1,-35-88 1,88 89-16</inkml:trace>
  <inkml:trace contextRef="#ctx0" brushRef="#br0" timeOffset="45554">28116 5927 0,'0'35'31,"0"35"-16,0-52-15,0 17 16,-17 1 0,-54 34 15,71-52 47</inkml:trace>
  <inkml:trace contextRef="#ctx0" brushRef="#br0" timeOffset="45964.63">28892 5539 0,'-17'53'16,"-36"-18"-1,53-18-15,-18 1 16,-70 70 0,70-70 15,54-36 31</inkml:trace>
  <inkml:trace contextRef="#ctx0" brushRef="#br0" timeOffset="46272.42">28840 5662 0,'0'106'15,"0"-53"1,0 17 0,0 107-1,0-160 1,0 89-1,17-106 64,1 0-64,-18-17-15</inkml:trace>
  <inkml:trace contextRef="#ctx0" brushRef="#br0" timeOffset="46850.45">29034 5644 0,'0'-17'16,"0"34"31,35 1-32,-17 0 1,-1 17 0</inkml:trace>
  <inkml:trace contextRef="#ctx0" brushRef="#br0" timeOffset="47147.76">29034 5803 0,'0'18'110,"53"-18"-95,-36 0 32</inkml:trace>
  <inkml:trace contextRef="#ctx0" brushRef="#br0" timeOffset="47410.53">28998 5944 0,'0'0'0,"-17"88"15,17-17 1,0 0 0,0-54-1,0 1 1,17 0 15,89-107-15</inkml:trace>
  <inkml:trace contextRef="#ctx0" brushRef="#br0" timeOffset="47818.34">29175 5962 0,'0'18'31,"0"34"-15,-18 1-1,-17 18 1,-71 0 15,53-36 1,-35 18-1,88-36 0,53-17 32,-18 0-48,-17 0-15,-18-17 0,141-36 31,-35 53 1</inkml:trace>
  <inkml:trace contextRef="#ctx0" brushRef="#br0" timeOffset="48203.5">29580 5662 0,'0'0'0,"-17"88"47,17-52-32,35-19 1,53-17-1,-70 0-15,-18-17 0,18 17 0,-1-36 16,1 36-16,17-53 0</inkml:trace>
  <inkml:trace contextRef="#ctx0" brushRef="#br0" timeOffset="48475.52">29810 5662 0,'-71'106'31,"36"-71"-16,-89 36 1,19-54 15,87-17 1,18 18-17,0 0 16,18-18-15,17 0 0,0 0-1,-17-18-15</inkml:trace>
  <inkml:trace contextRef="#ctx0" brushRef="#br0" timeOffset="48927.34">29669 5662 0,'0'18'0,"0"52"15,-36 18 1,36 1-1,0 52 1,0-124 0,0 19-1,0 17 17,18 0-1,-18-18-16,18 18 1,-1-36 0,19-17 46,-19 0-46,36-53-1,-35 18-15</inkml:trace>
  <inkml:trace contextRef="#ctx0" brushRef="#br0" timeOffset="49301.53">29580 6244 0,'-17'0'15,"34"0"79,1-17-78,88-178-1,-88 125 1,-1 17-1,-17 35-15</inkml:trace>
  <inkml:trace contextRef="#ctx0" brushRef="#br0" timeOffset="49739.82">29739 5838 0,'18'0'140,"35"0"-109,-36 53 1,-17-35-17,18 0-15,-18 70 16,18-35 0,-18-36-16,0 72 15,-36-89 48,19-53-48,17 35 1</inkml:trace>
  <inkml:trace contextRef="#ctx0" brushRef="#br0" timeOffset="49916.37">29810 6085 0,'0'18'16,"-36"0"0,36 17-1,0-70 48,18-1-48</inkml:trace>
  <inkml:trace contextRef="#ctx0" brushRef="#br0" timeOffset="50166.67">29810 6050 0,'17'0'16,"36"0"-1,-35 0-15,52 18 16,1-1-1,-71 1-15,71 0 16,-19 17 15,-34-35 1,88-18-1,-53 1-16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ADB0BF-3F75-4FD9-888A-DC76E4E64584}" type="datetimeFigureOut">
              <a:rPr lang="zh-CN" altLang="en-US" smtClean="0"/>
              <a:t>2024/10/28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70FEAF-83B7-4E23-9202-97CFDCD0CABA}" type="slidenum">
              <a:rPr lang="zh-CN" altLang="en-US" smtClean="0"/>
              <a:t>‹#›</a:t>
            </a:fld>
            <a:endParaRPr lang="zh-CN" altLang="en-US"/>
          </a:p>
        </p:txBody>
      </p:sp>
    </p:spTree>
    <p:extLst>
      <p:ext uri="{BB962C8B-B14F-4D97-AF65-F5344CB8AC3E}">
        <p14:creationId xmlns:p14="http://schemas.microsoft.com/office/powerpoint/2010/main" val="4042996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http://blog.fens.me/r-density/</a:t>
            </a:r>
            <a:endParaRPr lang="zh-CN" altLang="en-US" dirty="0"/>
          </a:p>
        </p:txBody>
      </p:sp>
      <p:sp>
        <p:nvSpPr>
          <p:cNvPr id="4" name="灯片编号占位符 3"/>
          <p:cNvSpPr>
            <a:spLocks noGrp="1"/>
          </p:cNvSpPr>
          <p:nvPr>
            <p:ph type="sldNum" sz="quarter" idx="5"/>
          </p:nvPr>
        </p:nvSpPr>
        <p:spPr/>
        <p:txBody>
          <a:bodyPr/>
          <a:lstStyle/>
          <a:p>
            <a:fld id="{C270FEAF-83B7-4E23-9202-97CFDCD0CABA}" type="slidenum">
              <a:rPr lang="zh-CN" altLang="en-US" smtClean="0"/>
              <a:t>3</a:t>
            </a:fld>
            <a:endParaRPr lang="zh-CN" altLang="en-US"/>
          </a:p>
        </p:txBody>
      </p:sp>
    </p:spTree>
    <p:extLst>
      <p:ext uri="{BB962C8B-B14F-4D97-AF65-F5344CB8AC3E}">
        <p14:creationId xmlns:p14="http://schemas.microsoft.com/office/powerpoint/2010/main" val="615531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86E9443-F16B-4F81-83EB-5981228AA500}" type="datetimeFigureOut">
              <a:rPr lang="zh-CN" altLang="en-US" smtClean="0"/>
              <a:t>2024/10/28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117AD5-689F-4DC2-838F-BF4523B0E72F}"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097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6E9443-F16B-4F81-83EB-5981228AA500}" type="datetimeFigureOut">
              <a:rPr lang="zh-CN" altLang="en-US" smtClean="0"/>
              <a:t>2024/10/28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117AD5-689F-4DC2-838F-BF4523B0E72F}" type="slidenum">
              <a:rPr lang="zh-CN" altLang="en-US" smtClean="0"/>
              <a:t>‹#›</a:t>
            </a:fld>
            <a:endParaRPr lang="zh-CN" altLang="en-US"/>
          </a:p>
        </p:txBody>
      </p:sp>
    </p:spTree>
    <p:extLst>
      <p:ext uri="{BB962C8B-B14F-4D97-AF65-F5344CB8AC3E}">
        <p14:creationId xmlns:p14="http://schemas.microsoft.com/office/powerpoint/2010/main" val="2829645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6E9443-F16B-4F81-83EB-5981228AA500}" type="datetimeFigureOut">
              <a:rPr lang="zh-CN" altLang="en-US" smtClean="0"/>
              <a:t>2024/10/28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117AD5-689F-4DC2-838F-BF4523B0E72F}"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0502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486E9443-F16B-4F81-83EB-5981228AA500}" type="datetimeFigureOut">
              <a:rPr lang="zh-CN" altLang="en-US" smtClean="0"/>
              <a:t>2024/10/28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3117AD5-689F-4DC2-838F-BF4523B0E72F}" type="slidenum">
              <a:rPr lang="zh-CN" altLang="en-US" smtClean="0"/>
              <a:t>‹#›</a:t>
            </a:fld>
            <a:endParaRPr lang="zh-CN" altLang="en-US"/>
          </a:p>
        </p:txBody>
      </p:sp>
    </p:spTree>
    <p:extLst>
      <p:ext uri="{BB962C8B-B14F-4D97-AF65-F5344CB8AC3E}">
        <p14:creationId xmlns:p14="http://schemas.microsoft.com/office/powerpoint/2010/main" val="3836438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97280" y="2582334"/>
            <a:ext cx="4937760" cy="3378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920" y="2582334"/>
            <a:ext cx="4937760" cy="3378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486E9443-F16B-4F81-83EB-5981228AA500}" type="datetimeFigureOut">
              <a:rPr lang="zh-CN" altLang="en-US" smtClean="0"/>
              <a:t>2024/10/28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3117AD5-689F-4DC2-838F-BF4523B0E72F}" type="slidenum">
              <a:rPr lang="zh-CN" altLang="en-US" smtClean="0"/>
              <a:t>‹#›</a:t>
            </a:fld>
            <a:endParaRPr lang="zh-CN" altLang="en-US"/>
          </a:p>
        </p:txBody>
      </p:sp>
    </p:spTree>
    <p:extLst>
      <p:ext uri="{BB962C8B-B14F-4D97-AF65-F5344CB8AC3E}">
        <p14:creationId xmlns:p14="http://schemas.microsoft.com/office/powerpoint/2010/main" val="1156177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86E9443-F16B-4F81-83EB-5981228AA500}" type="datetimeFigureOut">
              <a:rPr lang="zh-CN" altLang="en-US" smtClean="0"/>
              <a:t>2024/10/28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3117AD5-689F-4DC2-838F-BF4523B0E72F}" type="slidenum">
              <a:rPr lang="zh-CN" altLang="en-US" smtClean="0"/>
              <a:t>‹#›</a:t>
            </a:fld>
            <a:endParaRPr lang="zh-CN" altLang="en-US"/>
          </a:p>
        </p:txBody>
      </p:sp>
    </p:spTree>
    <p:extLst>
      <p:ext uri="{BB962C8B-B14F-4D97-AF65-F5344CB8AC3E}">
        <p14:creationId xmlns:p14="http://schemas.microsoft.com/office/powerpoint/2010/main" val="3678564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86E9443-F16B-4F81-83EB-5981228AA500}" type="datetimeFigureOut">
              <a:rPr lang="zh-CN" altLang="en-US" smtClean="0"/>
              <a:t>2024/10/28</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F3117AD5-689F-4DC2-838F-BF4523B0E72F}" type="slidenum">
              <a:rPr lang="zh-CN" altLang="en-US" smtClean="0"/>
              <a:t>‹#›</a:t>
            </a:fld>
            <a:endParaRPr lang="zh-CN" altLang="en-US"/>
          </a:p>
        </p:txBody>
      </p:sp>
    </p:spTree>
    <p:extLst>
      <p:ext uri="{BB962C8B-B14F-4D97-AF65-F5344CB8AC3E}">
        <p14:creationId xmlns:p14="http://schemas.microsoft.com/office/powerpoint/2010/main" val="3049623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86E9443-F16B-4F81-83EB-5981228AA500}" type="datetimeFigureOut">
              <a:rPr lang="zh-CN" altLang="en-US" smtClean="0"/>
              <a:t>2024/10/28</a:t>
            </a:fld>
            <a:endParaRPr lang="zh-CN"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3117AD5-689F-4DC2-838F-BF4523B0E72F}" type="slidenum">
              <a:rPr lang="zh-CN" altLang="en-US" smtClean="0"/>
              <a:t>‹#›</a:t>
            </a:fld>
            <a:endParaRPr lang="zh-CN" altLang="en-US"/>
          </a:p>
        </p:txBody>
      </p:sp>
    </p:spTree>
    <p:extLst>
      <p:ext uri="{BB962C8B-B14F-4D97-AF65-F5344CB8AC3E}">
        <p14:creationId xmlns:p14="http://schemas.microsoft.com/office/powerpoint/2010/main" val="1830311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6E9443-F16B-4F81-83EB-5981228AA500}" type="datetimeFigureOut">
              <a:rPr lang="zh-CN" altLang="en-US" smtClean="0"/>
              <a:t>2024/10/28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3117AD5-689F-4DC2-838F-BF4523B0E72F}" type="slidenum">
              <a:rPr lang="zh-CN" altLang="en-US" smtClean="0"/>
              <a:t>‹#›</a:t>
            </a:fld>
            <a:endParaRPr lang="zh-CN" altLang="en-US"/>
          </a:p>
        </p:txBody>
      </p:sp>
    </p:spTree>
    <p:extLst>
      <p:ext uri="{BB962C8B-B14F-4D97-AF65-F5344CB8AC3E}">
        <p14:creationId xmlns:p14="http://schemas.microsoft.com/office/powerpoint/2010/main" val="3634089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6E9443-F16B-4F81-83EB-5981228AA500}" type="datetimeFigureOut">
              <a:rPr lang="zh-CN" altLang="en-US" smtClean="0"/>
              <a:t>2024/10/28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117AD5-689F-4DC2-838F-BF4523B0E72F}" type="slidenum">
              <a:rPr lang="zh-CN" altLang="en-US" smtClean="0"/>
              <a:t>‹#›</a:t>
            </a:fld>
            <a:endParaRPr lang="zh-CN" altLang="en-US"/>
          </a:p>
        </p:txBody>
      </p:sp>
    </p:spTree>
    <p:extLst>
      <p:ext uri="{BB962C8B-B14F-4D97-AF65-F5344CB8AC3E}">
        <p14:creationId xmlns:p14="http://schemas.microsoft.com/office/powerpoint/2010/main" val="4173924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6E9443-F16B-4F81-83EB-5981228AA500}" type="datetimeFigureOut">
              <a:rPr lang="zh-CN" altLang="en-US" smtClean="0"/>
              <a:t>2024/10/28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117AD5-689F-4DC2-838F-BF4523B0E72F}" type="slidenum">
              <a:rPr lang="zh-CN" altLang="en-US" smtClean="0"/>
              <a:t>‹#›</a:t>
            </a:fld>
            <a:endParaRPr lang="zh-CN" altLang="en-US"/>
          </a:p>
        </p:txBody>
      </p:sp>
    </p:spTree>
    <p:extLst>
      <p:ext uri="{BB962C8B-B14F-4D97-AF65-F5344CB8AC3E}">
        <p14:creationId xmlns:p14="http://schemas.microsoft.com/office/powerpoint/2010/main" val="2175309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86E9443-F16B-4F81-83EB-5981228AA500}" type="datetimeFigureOut">
              <a:rPr lang="zh-CN" altLang="en-US" smtClean="0"/>
              <a:t>2024/10/28</a:t>
            </a:fld>
            <a:endParaRPr lang="zh-CN"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3117AD5-689F-4DC2-838F-BF4523B0E72F}" type="slidenum">
              <a:rPr lang="zh-CN" altLang="en-US" smtClean="0"/>
              <a:t>‹#›</a:t>
            </a:fld>
            <a:endParaRPr lang="zh-C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222731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customXml" Target="../ink/ink5.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customXml" Target="../ink/ink7.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customXml" Target="../ink/ink8.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53D0C-4161-149D-FBBC-F5E54B424485}"/>
              </a:ext>
            </a:extLst>
          </p:cNvPr>
          <p:cNvSpPr>
            <a:spLocks noGrp="1"/>
          </p:cNvSpPr>
          <p:nvPr>
            <p:ph type="ctrTitle"/>
          </p:nvPr>
        </p:nvSpPr>
        <p:spPr/>
        <p:txBody>
          <a:bodyPr/>
          <a:lstStyle/>
          <a:p>
            <a:r>
              <a:rPr lang="zh-CN" altLang="en-US" dirty="0"/>
              <a:t>中心极限定理、数理统计</a:t>
            </a:r>
          </a:p>
        </p:txBody>
      </p:sp>
      <p:sp>
        <p:nvSpPr>
          <p:cNvPr id="3" name="副标题 2">
            <a:extLst>
              <a:ext uri="{FF2B5EF4-FFF2-40B4-BE49-F238E27FC236}">
                <a16:creationId xmlns:a16="http://schemas.microsoft.com/office/drawing/2014/main" id="{9D5F1D5E-C33B-F113-3C16-6F05605D4502}"/>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7265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91C597-63B8-E651-EC2C-083AA8E40634}"/>
              </a:ext>
            </a:extLst>
          </p:cNvPr>
          <p:cNvSpPr>
            <a:spLocks noGrp="1"/>
          </p:cNvSpPr>
          <p:nvPr>
            <p:ph type="title"/>
          </p:nvPr>
        </p:nvSpPr>
        <p:spPr/>
        <p:txBody>
          <a:bodyPr/>
          <a:lstStyle/>
          <a:p>
            <a:r>
              <a:rPr lang="zh-CN" altLang="en-US" dirty="0"/>
              <a:t>什么是分布</a:t>
            </a:r>
          </a:p>
        </p:txBody>
      </p:sp>
      <p:sp>
        <p:nvSpPr>
          <p:cNvPr id="3" name="内容占位符 2">
            <a:extLst>
              <a:ext uri="{FF2B5EF4-FFF2-40B4-BE49-F238E27FC236}">
                <a16:creationId xmlns:a16="http://schemas.microsoft.com/office/drawing/2014/main" id="{19A4EC59-990D-5EF9-E3C7-B8FC8E78493A}"/>
              </a:ext>
            </a:extLst>
          </p:cNvPr>
          <p:cNvSpPr>
            <a:spLocks noGrp="1"/>
          </p:cNvSpPr>
          <p:nvPr>
            <p:ph idx="1"/>
          </p:nvPr>
        </p:nvSpPr>
        <p:spPr/>
        <p:txBody>
          <a:bodyPr/>
          <a:lstStyle/>
          <a:p>
            <a:r>
              <a:rPr lang="zh-CN" altLang="en-US" dirty="0"/>
              <a:t>离散型</a:t>
            </a:r>
            <a:endParaRPr lang="en-US" altLang="zh-CN" dirty="0"/>
          </a:p>
          <a:p>
            <a:pPr lvl="1"/>
            <a:r>
              <a:rPr lang="en-US" altLang="zh-CN" dirty="0"/>
              <a:t>01</a:t>
            </a:r>
            <a:r>
              <a:rPr lang="zh-CN" altLang="en-US" dirty="0"/>
              <a:t>分布</a:t>
            </a:r>
            <a:endParaRPr lang="en-US" altLang="zh-CN" dirty="0"/>
          </a:p>
          <a:p>
            <a:pPr lvl="1"/>
            <a:r>
              <a:rPr lang="zh-CN" altLang="en-US" dirty="0"/>
              <a:t>二项分布</a:t>
            </a:r>
            <a:endParaRPr lang="en-US" altLang="zh-CN" dirty="0"/>
          </a:p>
          <a:p>
            <a:pPr lvl="1"/>
            <a:r>
              <a:rPr lang="zh-CN" altLang="en-US" dirty="0"/>
              <a:t>泊松分布</a:t>
            </a:r>
            <a:endParaRPr lang="en-US" altLang="zh-CN" dirty="0"/>
          </a:p>
          <a:p>
            <a:pPr lvl="1"/>
            <a:r>
              <a:rPr lang="zh-CN" altLang="en-US" dirty="0"/>
              <a:t>几何分布</a:t>
            </a:r>
            <a:endParaRPr lang="en-US" altLang="zh-CN" dirty="0"/>
          </a:p>
          <a:p>
            <a:r>
              <a:rPr lang="zh-CN" altLang="en-US" dirty="0"/>
              <a:t>连续型</a:t>
            </a:r>
            <a:endParaRPr lang="en-US" altLang="zh-CN" dirty="0"/>
          </a:p>
          <a:p>
            <a:pPr lvl="1"/>
            <a:r>
              <a:rPr lang="zh-CN" altLang="en-US" dirty="0"/>
              <a:t>均匀分布</a:t>
            </a:r>
            <a:endParaRPr lang="en-US" altLang="zh-CN" dirty="0"/>
          </a:p>
          <a:p>
            <a:pPr lvl="1"/>
            <a:r>
              <a:rPr lang="zh-CN" altLang="en-US" dirty="0"/>
              <a:t>指数分布</a:t>
            </a:r>
            <a:endParaRPr lang="en-US" altLang="zh-CN" dirty="0"/>
          </a:p>
          <a:p>
            <a:pPr lvl="1"/>
            <a:r>
              <a:rPr lang="zh-CN" altLang="en-US" dirty="0"/>
              <a:t>正态分布</a:t>
            </a:r>
          </a:p>
        </p:txBody>
      </p:sp>
      <p:pic>
        <p:nvPicPr>
          <p:cNvPr id="1026" name="Picture 2">
            <a:extLst>
              <a:ext uri="{FF2B5EF4-FFF2-40B4-BE49-F238E27FC236}">
                <a16:creationId xmlns:a16="http://schemas.microsoft.com/office/drawing/2014/main" id="{A7B96728-A091-5717-516C-259826F2DD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9947" y="1851225"/>
            <a:ext cx="5491162" cy="472017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4" name="墨迹 3">
                <a:extLst>
                  <a:ext uri="{FF2B5EF4-FFF2-40B4-BE49-F238E27FC236}">
                    <a16:creationId xmlns:a16="http://schemas.microsoft.com/office/drawing/2014/main" id="{A9DB68D9-BC99-3E13-231C-F0D3A66A68F0}"/>
                  </a:ext>
                </a:extLst>
              </p14:cNvPr>
              <p14:cNvContentPartPr/>
              <p14:nvPr/>
            </p14:nvContentPartPr>
            <p14:xfrm>
              <a:off x="654120" y="596880"/>
              <a:ext cx="11360520" cy="6064560"/>
            </p14:xfrm>
          </p:contentPart>
        </mc:Choice>
        <mc:Fallback>
          <p:pic>
            <p:nvPicPr>
              <p:cNvPr id="4" name="墨迹 3">
                <a:extLst>
                  <a:ext uri="{FF2B5EF4-FFF2-40B4-BE49-F238E27FC236}">
                    <a16:creationId xmlns:a16="http://schemas.microsoft.com/office/drawing/2014/main" id="{A9DB68D9-BC99-3E13-231C-F0D3A66A68F0}"/>
                  </a:ext>
                </a:extLst>
              </p:cNvPr>
              <p:cNvPicPr/>
              <p:nvPr/>
            </p:nvPicPr>
            <p:blipFill>
              <a:blip r:embed="rId4"/>
              <a:stretch>
                <a:fillRect/>
              </a:stretch>
            </p:blipFill>
            <p:spPr>
              <a:xfrm>
                <a:off x="644760" y="587520"/>
                <a:ext cx="11379240" cy="60832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墨迹 4">
                <a:extLst>
                  <a:ext uri="{FF2B5EF4-FFF2-40B4-BE49-F238E27FC236}">
                    <a16:creationId xmlns:a16="http://schemas.microsoft.com/office/drawing/2014/main" id="{57CABC3A-71B5-B2FD-7C9A-24FB803DD23A}"/>
                  </a:ext>
                </a:extLst>
              </p14:cNvPr>
              <p14:cNvContentPartPr/>
              <p14:nvPr/>
            </p14:nvContentPartPr>
            <p14:xfrm>
              <a:off x="730080" y="190440"/>
              <a:ext cx="11519280" cy="6559920"/>
            </p14:xfrm>
          </p:contentPart>
        </mc:Choice>
        <mc:Fallback>
          <p:pic>
            <p:nvPicPr>
              <p:cNvPr id="5" name="墨迹 4">
                <a:extLst>
                  <a:ext uri="{FF2B5EF4-FFF2-40B4-BE49-F238E27FC236}">
                    <a16:creationId xmlns:a16="http://schemas.microsoft.com/office/drawing/2014/main" id="{57CABC3A-71B5-B2FD-7C9A-24FB803DD23A}"/>
                  </a:ext>
                </a:extLst>
              </p:cNvPr>
              <p:cNvPicPr/>
              <p:nvPr/>
            </p:nvPicPr>
            <p:blipFill>
              <a:blip r:embed="rId6"/>
              <a:stretch>
                <a:fillRect/>
              </a:stretch>
            </p:blipFill>
            <p:spPr>
              <a:xfrm>
                <a:off x="720720" y="181080"/>
                <a:ext cx="11538000" cy="6578640"/>
              </a:xfrm>
              <a:prstGeom prst="rect">
                <a:avLst/>
              </a:prstGeom>
            </p:spPr>
          </p:pic>
        </mc:Fallback>
      </mc:AlternateContent>
    </p:spTree>
    <p:extLst>
      <p:ext uri="{BB962C8B-B14F-4D97-AF65-F5344CB8AC3E}">
        <p14:creationId xmlns:p14="http://schemas.microsoft.com/office/powerpoint/2010/main" val="1341825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C19A7-BA3D-CEB9-8C64-BC15D08C1E5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DFAA964-7CB3-07A5-855C-163CE632CF70}"/>
              </a:ext>
            </a:extLst>
          </p:cNvPr>
          <p:cNvSpPr>
            <a:spLocks noGrp="1"/>
          </p:cNvSpPr>
          <p:nvPr>
            <p:ph type="title"/>
          </p:nvPr>
        </p:nvSpPr>
        <p:spPr/>
        <p:txBody>
          <a:bodyPr/>
          <a:lstStyle/>
          <a:p>
            <a:r>
              <a:rPr lang="zh-CN" altLang="en-US" dirty="0"/>
              <a:t>什么是分布</a:t>
            </a:r>
            <a:r>
              <a:rPr lang="en-US" altLang="zh-CN" dirty="0"/>
              <a:t>-</a:t>
            </a:r>
            <a:r>
              <a:rPr lang="zh-CN" altLang="en-US" dirty="0"/>
              <a:t>连续型</a:t>
            </a:r>
          </a:p>
        </p:txBody>
      </p:sp>
      <p:sp>
        <p:nvSpPr>
          <p:cNvPr id="3" name="内容占位符 2">
            <a:extLst>
              <a:ext uri="{FF2B5EF4-FFF2-40B4-BE49-F238E27FC236}">
                <a16:creationId xmlns:a16="http://schemas.microsoft.com/office/drawing/2014/main" id="{5150F3E4-1AA6-5290-3825-55E08C35A08E}"/>
              </a:ext>
            </a:extLst>
          </p:cNvPr>
          <p:cNvSpPr>
            <a:spLocks noGrp="1"/>
          </p:cNvSpPr>
          <p:nvPr>
            <p:ph idx="1"/>
          </p:nvPr>
        </p:nvSpPr>
        <p:spPr>
          <a:xfrm>
            <a:off x="1066800" y="1845734"/>
            <a:ext cx="10058400" cy="4023360"/>
          </a:xfrm>
        </p:spPr>
        <p:txBody>
          <a:bodyPr/>
          <a:lstStyle/>
          <a:p>
            <a:r>
              <a:rPr lang="zh-CN" altLang="en-US" b="1" i="0" u="none" strike="noStrike" dirty="0">
                <a:solidFill>
                  <a:srgbClr val="434343"/>
                </a:solidFill>
                <a:effectLst/>
                <a:latin typeface="Helvetica Neue"/>
              </a:rPr>
              <a:t>指数分布</a:t>
            </a:r>
            <a:endParaRPr lang="en-US" altLang="zh-CN" b="1" i="0" u="none" strike="noStrike" dirty="0">
              <a:solidFill>
                <a:srgbClr val="434343"/>
              </a:solidFill>
              <a:effectLst/>
              <a:latin typeface="Helvetica Neue"/>
            </a:endParaRPr>
          </a:p>
          <a:p>
            <a:r>
              <a:rPr lang="zh-CN" altLang="en-US" b="0" i="0" dirty="0">
                <a:solidFill>
                  <a:srgbClr val="4D4D4F"/>
                </a:solidFill>
                <a:effectLst/>
                <a:latin typeface="Arial" panose="020B0604020202020204" pitchFamily="34" charset="0"/>
              </a:rPr>
              <a:t>许多电子产品的寿命分布一般服从指数分布。有的系统的寿命分布也可用指数分布来近似。</a:t>
            </a:r>
            <a:endParaRPr lang="en-US" altLang="zh-CN" b="1" dirty="0">
              <a:solidFill>
                <a:srgbClr val="434343"/>
              </a:solidFill>
              <a:latin typeface="Helvetica Neue"/>
            </a:endParaRPr>
          </a:p>
          <a:p>
            <a:endParaRPr lang="zh-CN" altLang="en-US" b="1" i="0" u="none" strike="noStrike" dirty="0">
              <a:solidFill>
                <a:srgbClr val="434343"/>
              </a:solidFill>
              <a:effectLst/>
              <a:latin typeface="Helvetica Neue"/>
            </a:endParaRPr>
          </a:p>
          <a:p>
            <a:endParaRPr lang="en-US" altLang="zh-CN" dirty="0"/>
          </a:p>
          <a:p>
            <a:endParaRPr lang="zh-CN" altLang="en-US" dirty="0"/>
          </a:p>
        </p:txBody>
      </p:sp>
      <p:pic>
        <p:nvPicPr>
          <p:cNvPr id="7" name="图片 6">
            <a:extLst>
              <a:ext uri="{FF2B5EF4-FFF2-40B4-BE49-F238E27FC236}">
                <a16:creationId xmlns:a16="http://schemas.microsoft.com/office/drawing/2014/main" id="{058448D5-A600-7BCE-5EF5-5B01C2127C41}"/>
              </a:ext>
            </a:extLst>
          </p:cNvPr>
          <p:cNvPicPr>
            <a:picLocks noChangeAspect="1"/>
          </p:cNvPicPr>
          <p:nvPr/>
        </p:nvPicPr>
        <p:blipFill>
          <a:blip r:embed="rId3"/>
          <a:stretch>
            <a:fillRect/>
          </a:stretch>
        </p:blipFill>
        <p:spPr>
          <a:xfrm>
            <a:off x="1243195" y="2728012"/>
            <a:ext cx="2923809" cy="838095"/>
          </a:xfrm>
          <a:prstGeom prst="rect">
            <a:avLst/>
          </a:prstGeom>
        </p:spPr>
      </p:pic>
      <p:pic>
        <p:nvPicPr>
          <p:cNvPr id="9" name="图片 8">
            <a:extLst>
              <a:ext uri="{FF2B5EF4-FFF2-40B4-BE49-F238E27FC236}">
                <a16:creationId xmlns:a16="http://schemas.microsoft.com/office/drawing/2014/main" id="{F62B7E72-4735-3E55-855C-A8674E970494}"/>
              </a:ext>
            </a:extLst>
          </p:cNvPr>
          <p:cNvPicPr>
            <a:picLocks noChangeAspect="1"/>
          </p:cNvPicPr>
          <p:nvPr/>
        </p:nvPicPr>
        <p:blipFill>
          <a:blip r:embed="rId4"/>
          <a:stretch>
            <a:fillRect/>
          </a:stretch>
        </p:blipFill>
        <p:spPr>
          <a:xfrm>
            <a:off x="1066800" y="3566107"/>
            <a:ext cx="3080094" cy="2640080"/>
          </a:xfrm>
          <a:prstGeom prst="rect">
            <a:avLst/>
          </a:prstGeom>
        </p:spPr>
      </p:pic>
      <mc:AlternateContent xmlns:mc="http://schemas.openxmlformats.org/markup-compatibility/2006">
        <mc:Choice xmlns:p14="http://schemas.microsoft.com/office/powerpoint/2010/main" Requires="p14">
          <p:contentPart p14:bwMode="auto" r:id="rId5">
            <p14:nvContentPartPr>
              <p14:cNvPr id="4" name="墨迹 3">
                <a:extLst>
                  <a:ext uri="{FF2B5EF4-FFF2-40B4-BE49-F238E27FC236}">
                    <a16:creationId xmlns:a16="http://schemas.microsoft.com/office/drawing/2014/main" id="{641DF50E-11B2-A52A-403A-073DCDEBE964}"/>
                  </a:ext>
                </a:extLst>
              </p14:cNvPr>
              <p14:cNvContentPartPr/>
              <p14:nvPr/>
            </p14:nvContentPartPr>
            <p14:xfrm>
              <a:off x="1200240" y="2165400"/>
              <a:ext cx="5963040" cy="3880080"/>
            </p14:xfrm>
          </p:contentPart>
        </mc:Choice>
        <mc:Fallback>
          <p:pic>
            <p:nvPicPr>
              <p:cNvPr id="4" name="墨迹 3">
                <a:extLst>
                  <a:ext uri="{FF2B5EF4-FFF2-40B4-BE49-F238E27FC236}">
                    <a16:creationId xmlns:a16="http://schemas.microsoft.com/office/drawing/2014/main" id="{641DF50E-11B2-A52A-403A-073DCDEBE964}"/>
                  </a:ext>
                </a:extLst>
              </p:cNvPr>
              <p:cNvPicPr/>
              <p:nvPr/>
            </p:nvPicPr>
            <p:blipFill>
              <a:blip r:embed="rId6"/>
              <a:stretch>
                <a:fillRect/>
              </a:stretch>
            </p:blipFill>
            <p:spPr>
              <a:xfrm>
                <a:off x="1190880" y="2156040"/>
                <a:ext cx="5981760" cy="3898800"/>
              </a:xfrm>
              <a:prstGeom prst="rect">
                <a:avLst/>
              </a:prstGeom>
            </p:spPr>
          </p:pic>
        </mc:Fallback>
      </mc:AlternateContent>
    </p:spTree>
    <p:extLst>
      <p:ext uri="{BB962C8B-B14F-4D97-AF65-F5344CB8AC3E}">
        <p14:creationId xmlns:p14="http://schemas.microsoft.com/office/powerpoint/2010/main" val="1342331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F6D4E1-15C9-CF97-B169-25228923EA17}"/>
              </a:ext>
            </a:extLst>
          </p:cNvPr>
          <p:cNvSpPr>
            <a:spLocks noGrp="1"/>
          </p:cNvSpPr>
          <p:nvPr>
            <p:ph type="title"/>
          </p:nvPr>
        </p:nvSpPr>
        <p:spPr/>
        <p:txBody>
          <a:bodyPr/>
          <a:lstStyle/>
          <a:p>
            <a:r>
              <a:rPr lang="zh-CN" altLang="en-US" dirty="0"/>
              <a:t>中心极限定理</a:t>
            </a:r>
          </a:p>
        </p:txBody>
      </p:sp>
      <p:pic>
        <p:nvPicPr>
          <p:cNvPr id="5" name="内容占位符 4">
            <a:extLst>
              <a:ext uri="{FF2B5EF4-FFF2-40B4-BE49-F238E27FC236}">
                <a16:creationId xmlns:a16="http://schemas.microsoft.com/office/drawing/2014/main" id="{06E47B9E-F84E-7A27-97BD-6B77CED73864}"/>
              </a:ext>
            </a:extLst>
          </p:cNvPr>
          <p:cNvPicPr>
            <a:picLocks noGrp="1" noChangeAspect="1"/>
          </p:cNvPicPr>
          <p:nvPr>
            <p:ph idx="1"/>
          </p:nvPr>
        </p:nvPicPr>
        <p:blipFill>
          <a:blip r:embed="rId2"/>
          <a:stretch>
            <a:fillRect/>
          </a:stretch>
        </p:blipFill>
        <p:spPr>
          <a:xfrm>
            <a:off x="1096963" y="2176607"/>
            <a:ext cx="10058400" cy="3362036"/>
          </a:xfrm>
        </p:spPr>
      </p:pic>
      <mc:AlternateContent xmlns:mc="http://schemas.openxmlformats.org/markup-compatibility/2006">
        <mc:Choice xmlns:p14="http://schemas.microsoft.com/office/powerpoint/2010/main" Requires="p14">
          <p:contentPart p14:bwMode="auto" r:id="rId3">
            <p14:nvContentPartPr>
              <p14:cNvPr id="3" name="墨迹 2">
                <a:extLst>
                  <a:ext uri="{FF2B5EF4-FFF2-40B4-BE49-F238E27FC236}">
                    <a16:creationId xmlns:a16="http://schemas.microsoft.com/office/drawing/2014/main" id="{C7C3E010-C658-85BE-3D0A-93F0E85BC171}"/>
                  </a:ext>
                </a:extLst>
              </p14:cNvPr>
              <p14:cNvContentPartPr/>
              <p14:nvPr/>
            </p14:nvContentPartPr>
            <p14:xfrm>
              <a:off x="1409760" y="2724120"/>
              <a:ext cx="8915760" cy="2305440"/>
            </p14:xfrm>
          </p:contentPart>
        </mc:Choice>
        <mc:Fallback>
          <p:pic>
            <p:nvPicPr>
              <p:cNvPr id="3" name="墨迹 2">
                <a:extLst>
                  <a:ext uri="{FF2B5EF4-FFF2-40B4-BE49-F238E27FC236}">
                    <a16:creationId xmlns:a16="http://schemas.microsoft.com/office/drawing/2014/main" id="{C7C3E010-C658-85BE-3D0A-93F0E85BC171}"/>
                  </a:ext>
                </a:extLst>
              </p:cNvPr>
              <p:cNvPicPr/>
              <p:nvPr/>
            </p:nvPicPr>
            <p:blipFill>
              <a:blip r:embed="rId4"/>
              <a:stretch>
                <a:fillRect/>
              </a:stretch>
            </p:blipFill>
            <p:spPr>
              <a:xfrm>
                <a:off x="1400400" y="2714760"/>
                <a:ext cx="8934480" cy="23241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墨迹 3">
                <a:extLst>
                  <a:ext uri="{FF2B5EF4-FFF2-40B4-BE49-F238E27FC236}">
                    <a16:creationId xmlns:a16="http://schemas.microsoft.com/office/drawing/2014/main" id="{733B2560-3363-46CC-0385-05C5A94918BB}"/>
                  </a:ext>
                </a:extLst>
              </p14:cNvPr>
              <p14:cNvContentPartPr/>
              <p14:nvPr/>
            </p14:nvContentPartPr>
            <p14:xfrm>
              <a:off x="2146320" y="2889360"/>
              <a:ext cx="7594920" cy="2635560"/>
            </p14:xfrm>
          </p:contentPart>
        </mc:Choice>
        <mc:Fallback>
          <p:pic>
            <p:nvPicPr>
              <p:cNvPr id="4" name="墨迹 3">
                <a:extLst>
                  <a:ext uri="{FF2B5EF4-FFF2-40B4-BE49-F238E27FC236}">
                    <a16:creationId xmlns:a16="http://schemas.microsoft.com/office/drawing/2014/main" id="{733B2560-3363-46CC-0385-05C5A94918BB}"/>
                  </a:ext>
                </a:extLst>
              </p:cNvPr>
              <p:cNvPicPr/>
              <p:nvPr/>
            </p:nvPicPr>
            <p:blipFill>
              <a:blip r:embed="rId6"/>
              <a:stretch>
                <a:fillRect/>
              </a:stretch>
            </p:blipFill>
            <p:spPr>
              <a:xfrm>
                <a:off x="2136960" y="2880000"/>
                <a:ext cx="7613640" cy="2654280"/>
              </a:xfrm>
              <a:prstGeom prst="rect">
                <a:avLst/>
              </a:prstGeom>
            </p:spPr>
          </p:pic>
        </mc:Fallback>
      </mc:AlternateContent>
    </p:spTree>
    <p:extLst>
      <p:ext uri="{BB962C8B-B14F-4D97-AF65-F5344CB8AC3E}">
        <p14:creationId xmlns:p14="http://schemas.microsoft.com/office/powerpoint/2010/main" val="3151841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0186B-36B5-10F5-EC6C-08769B11E16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EB92670-3A63-9805-25BF-8BB42E2D5C6E}"/>
              </a:ext>
            </a:extLst>
          </p:cNvPr>
          <p:cNvSpPr>
            <a:spLocks noGrp="1"/>
          </p:cNvSpPr>
          <p:nvPr>
            <p:ph type="title"/>
          </p:nvPr>
        </p:nvSpPr>
        <p:spPr/>
        <p:txBody>
          <a:bodyPr/>
          <a:lstStyle/>
          <a:p>
            <a:r>
              <a:rPr lang="zh-CN" altLang="en-US" dirty="0"/>
              <a:t>中心极限定理</a:t>
            </a:r>
          </a:p>
        </p:txBody>
      </p:sp>
      <p:sp>
        <p:nvSpPr>
          <p:cNvPr id="4" name="内容占位符 3">
            <a:extLst>
              <a:ext uri="{FF2B5EF4-FFF2-40B4-BE49-F238E27FC236}">
                <a16:creationId xmlns:a16="http://schemas.microsoft.com/office/drawing/2014/main" id="{0F110B2C-AAEC-E6E9-C74C-0A85610A9407}"/>
              </a:ext>
            </a:extLst>
          </p:cNvPr>
          <p:cNvSpPr>
            <a:spLocks noGrp="1"/>
          </p:cNvSpPr>
          <p:nvPr>
            <p:ph idx="1"/>
          </p:nvPr>
        </p:nvSpPr>
        <p:spPr/>
        <p:txBody>
          <a:bodyPr/>
          <a:lstStyle/>
          <a:p>
            <a:endParaRPr lang="zh-CN" altLang="en-US" dirty="0"/>
          </a:p>
        </p:txBody>
      </p:sp>
      <p:pic>
        <p:nvPicPr>
          <p:cNvPr id="7" name="图片 6">
            <a:extLst>
              <a:ext uri="{FF2B5EF4-FFF2-40B4-BE49-F238E27FC236}">
                <a16:creationId xmlns:a16="http://schemas.microsoft.com/office/drawing/2014/main" id="{21D8B125-5AE2-4E75-2E83-FBEC82A09DB6}"/>
              </a:ext>
            </a:extLst>
          </p:cNvPr>
          <p:cNvPicPr>
            <a:picLocks noChangeAspect="1"/>
          </p:cNvPicPr>
          <p:nvPr/>
        </p:nvPicPr>
        <p:blipFill>
          <a:blip r:embed="rId2"/>
          <a:stretch>
            <a:fillRect/>
          </a:stretch>
        </p:blipFill>
        <p:spPr>
          <a:xfrm>
            <a:off x="1036320" y="1911108"/>
            <a:ext cx="10200000" cy="3609524"/>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墨迹 2">
                <a:extLst>
                  <a:ext uri="{FF2B5EF4-FFF2-40B4-BE49-F238E27FC236}">
                    <a16:creationId xmlns:a16="http://schemas.microsoft.com/office/drawing/2014/main" id="{353F5F6B-CCAE-CECA-CAB3-53E6EA6B2759}"/>
                  </a:ext>
                </a:extLst>
              </p14:cNvPr>
              <p14:cNvContentPartPr/>
              <p14:nvPr/>
            </p14:nvContentPartPr>
            <p14:xfrm>
              <a:off x="1219320" y="2222640"/>
              <a:ext cx="1130400" cy="44640"/>
            </p14:xfrm>
          </p:contentPart>
        </mc:Choice>
        <mc:Fallback>
          <p:pic>
            <p:nvPicPr>
              <p:cNvPr id="3" name="墨迹 2">
                <a:extLst>
                  <a:ext uri="{FF2B5EF4-FFF2-40B4-BE49-F238E27FC236}">
                    <a16:creationId xmlns:a16="http://schemas.microsoft.com/office/drawing/2014/main" id="{353F5F6B-CCAE-CECA-CAB3-53E6EA6B2759}"/>
                  </a:ext>
                </a:extLst>
              </p:cNvPr>
              <p:cNvPicPr/>
              <p:nvPr/>
            </p:nvPicPr>
            <p:blipFill>
              <a:blip r:embed="rId4"/>
              <a:stretch>
                <a:fillRect/>
              </a:stretch>
            </p:blipFill>
            <p:spPr>
              <a:xfrm>
                <a:off x="1209960" y="2213280"/>
                <a:ext cx="114912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墨迹 4">
                <a:extLst>
                  <a:ext uri="{FF2B5EF4-FFF2-40B4-BE49-F238E27FC236}">
                    <a16:creationId xmlns:a16="http://schemas.microsoft.com/office/drawing/2014/main" id="{13F89D1C-D2AC-E103-ED11-3EC2C20B64FB}"/>
                  </a:ext>
                </a:extLst>
              </p14:cNvPr>
              <p14:cNvContentPartPr/>
              <p14:nvPr/>
            </p14:nvContentPartPr>
            <p14:xfrm>
              <a:off x="1098720" y="2508120"/>
              <a:ext cx="4133880" cy="508320"/>
            </p14:xfrm>
          </p:contentPart>
        </mc:Choice>
        <mc:Fallback>
          <p:pic>
            <p:nvPicPr>
              <p:cNvPr id="5" name="墨迹 4">
                <a:extLst>
                  <a:ext uri="{FF2B5EF4-FFF2-40B4-BE49-F238E27FC236}">
                    <a16:creationId xmlns:a16="http://schemas.microsoft.com/office/drawing/2014/main" id="{13F89D1C-D2AC-E103-ED11-3EC2C20B64FB}"/>
                  </a:ext>
                </a:extLst>
              </p:cNvPr>
              <p:cNvPicPr/>
              <p:nvPr/>
            </p:nvPicPr>
            <p:blipFill>
              <a:blip r:embed="rId6"/>
              <a:stretch>
                <a:fillRect/>
              </a:stretch>
            </p:blipFill>
            <p:spPr>
              <a:xfrm>
                <a:off x="1089360" y="2498760"/>
                <a:ext cx="4152600" cy="527040"/>
              </a:xfrm>
              <a:prstGeom prst="rect">
                <a:avLst/>
              </a:prstGeom>
            </p:spPr>
          </p:pic>
        </mc:Fallback>
      </mc:AlternateContent>
    </p:spTree>
    <p:extLst>
      <p:ext uri="{BB962C8B-B14F-4D97-AF65-F5344CB8AC3E}">
        <p14:creationId xmlns:p14="http://schemas.microsoft.com/office/powerpoint/2010/main" val="2091401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8441D-A9D7-1A73-A3D2-1E4A21CC1BFA}"/>
              </a:ext>
            </a:extLst>
          </p:cNvPr>
          <p:cNvSpPr>
            <a:spLocks noGrp="1"/>
          </p:cNvSpPr>
          <p:nvPr>
            <p:ph type="title"/>
          </p:nvPr>
        </p:nvSpPr>
        <p:spPr/>
        <p:txBody>
          <a:bodyPr/>
          <a:lstStyle/>
          <a:p>
            <a:r>
              <a:rPr lang="zh-CN" altLang="en-US" dirty="0"/>
              <a:t>点估计和区间估计</a:t>
            </a:r>
          </a:p>
        </p:txBody>
      </p:sp>
      <p:sp>
        <p:nvSpPr>
          <p:cNvPr id="3" name="内容占位符 2">
            <a:extLst>
              <a:ext uri="{FF2B5EF4-FFF2-40B4-BE49-F238E27FC236}">
                <a16:creationId xmlns:a16="http://schemas.microsoft.com/office/drawing/2014/main" id="{FB5F627D-6CF8-37E2-052B-F2A5770E416E}"/>
              </a:ext>
            </a:extLst>
          </p:cNvPr>
          <p:cNvSpPr>
            <a:spLocks noGrp="1"/>
          </p:cNvSpPr>
          <p:nvPr>
            <p:ph idx="1"/>
          </p:nvPr>
        </p:nvSpPr>
        <p:spPr>
          <a:xfrm>
            <a:off x="1097280" y="1818840"/>
            <a:ext cx="10058400" cy="4023360"/>
          </a:xfrm>
        </p:spPr>
        <p:txBody>
          <a:bodyPr/>
          <a:lstStyle/>
          <a:p>
            <a:r>
              <a:rPr lang="zh-CN" altLang="en-US" dirty="0"/>
              <a:t>点估计和区间估计是统计学中用于推断总体参数的两种方法</a:t>
            </a:r>
            <a:endParaRPr lang="en-US" altLang="zh-CN" dirty="0"/>
          </a:p>
          <a:p>
            <a:endParaRPr lang="zh-CN" altLang="en-US" dirty="0"/>
          </a:p>
        </p:txBody>
      </p:sp>
      <p:pic>
        <p:nvPicPr>
          <p:cNvPr id="7" name="图片 6">
            <a:extLst>
              <a:ext uri="{FF2B5EF4-FFF2-40B4-BE49-F238E27FC236}">
                <a16:creationId xmlns:a16="http://schemas.microsoft.com/office/drawing/2014/main" id="{C8AE23B9-5858-EC91-AD9C-7C225AF9298E}"/>
              </a:ext>
            </a:extLst>
          </p:cNvPr>
          <p:cNvPicPr>
            <a:picLocks noChangeAspect="1"/>
          </p:cNvPicPr>
          <p:nvPr/>
        </p:nvPicPr>
        <p:blipFill>
          <a:blip r:embed="rId2"/>
          <a:stretch>
            <a:fillRect/>
          </a:stretch>
        </p:blipFill>
        <p:spPr>
          <a:xfrm>
            <a:off x="1168998" y="2399513"/>
            <a:ext cx="7817310" cy="1029487"/>
          </a:xfrm>
          <a:prstGeom prst="rect">
            <a:avLst/>
          </a:prstGeom>
        </p:spPr>
      </p:pic>
      <p:pic>
        <p:nvPicPr>
          <p:cNvPr id="9" name="图片 8">
            <a:extLst>
              <a:ext uri="{FF2B5EF4-FFF2-40B4-BE49-F238E27FC236}">
                <a16:creationId xmlns:a16="http://schemas.microsoft.com/office/drawing/2014/main" id="{FE4AC47A-156B-3AFD-DA82-DA41C5582BFA}"/>
              </a:ext>
            </a:extLst>
          </p:cNvPr>
          <p:cNvPicPr>
            <a:picLocks noChangeAspect="1"/>
          </p:cNvPicPr>
          <p:nvPr/>
        </p:nvPicPr>
        <p:blipFill>
          <a:blip r:embed="rId3"/>
          <a:stretch>
            <a:fillRect/>
          </a:stretch>
        </p:blipFill>
        <p:spPr>
          <a:xfrm>
            <a:off x="1168998" y="3510480"/>
            <a:ext cx="9011358" cy="1029487"/>
          </a:xfrm>
          <a:prstGeom prst="rect">
            <a:avLst/>
          </a:prstGeom>
        </p:spPr>
      </p:pic>
      <p:sp>
        <p:nvSpPr>
          <p:cNvPr id="10" name="文本框 9">
            <a:extLst>
              <a:ext uri="{FF2B5EF4-FFF2-40B4-BE49-F238E27FC236}">
                <a16:creationId xmlns:a16="http://schemas.microsoft.com/office/drawing/2014/main" id="{BA9BDA47-4B3A-E663-601E-FC51A4ADA07D}"/>
              </a:ext>
            </a:extLst>
          </p:cNvPr>
          <p:cNvSpPr txBox="1"/>
          <p:nvPr/>
        </p:nvSpPr>
        <p:spPr>
          <a:xfrm>
            <a:off x="878541" y="4935974"/>
            <a:ext cx="2121093" cy="369332"/>
          </a:xfrm>
          <a:prstGeom prst="rect">
            <a:avLst/>
          </a:prstGeom>
          <a:noFill/>
        </p:spPr>
        <p:txBody>
          <a:bodyPr wrap="none" rtlCol="0">
            <a:spAutoFit/>
          </a:bodyPr>
          <a:lstStyle/>
          <a:p>
            <a:r>
              <a:rPr lang="zh-CN" altLang="en-US" dirty="0"/>
              <a:t>无偏估计</a:t>
            </a:r>
            <a:r>
              <a:rPr lang="en-US" altLang="zh-CN" dirty="0"/>
              <a:t>/</a:t>
            </a:r>
            <a:r>
              <a:rPr lang="zh-CN" altLang="en-US" dirty="0"/>
              <a:t>有偏估计</a:t>
            </a:r>
          </a:p>
        </p:txBody>
      </p:sp>
    </p:spTree>
    <p:extLst>
      <p:ext uri="{BB962C8B-B14F-4D97-AF65-F5344CB8AC3E}">
        <p14:creationId xmlns:p14="http://schemas.microsoft.com/office/powerpoint/2010/main" val="3684501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17A541-EC25-0AFD-B67C-7F5A38ACEC8F}"/>
              </a:ext>
            </a:extLst>
          </p:cNvPr>
          <p:cNvSpPr>
            <a:spLocks noGrp="1"/>
          </p:cNvSpPr>
          <p:nvPr>
            <p:ph type="title"/>
          </p:nvPr>
        </p:nvSpPr>
        <p:spPr/>
        <p:txBody>
          <a:bodyPr/>
          <a:lstStyle/>
          <a:p>
            <a:r>
              <a:rPr lang="zh-CN" altLang="en-US" dirty="0"/>
              <a:t>区间估计使用什么分布</a:t>
            </a:r>
          </a:p>
        </p:txBody>
      </p:sp>
      <p:sp>
        <p:nvSpPr>
          <p:cNvPr id="3" name="内容占位符 2">
            <a:extLst>
              <a:ext uri="{FF2B5EF4-FFF2-40B4-BE49-F238E27FC236}">
                <a16:creationId xmlns:a16="http://schemas.microsoft.com/office/drawing/2014/main" id="{0D43DA26-D620-0226-4AA9-E1E7B0BD0860}"/>
              </a:ext>
            </a:extLst>
          </p:cNvPr>
          <p:cNvSpPr>
            <a:spLocks noGrp="1"/>
          </p:cNvSpPr>
          <p:nvPr>
            <p:ph idx="1"/>
          </p:nvPr>
        </p:nvSpPr>
        <p:spPr/>
        <p:txBody>
          <a:bodyPr/>
          <a:lstStyle/>
          <a:p>
            <a:endParaRPr lang="zh-CN" altLang="en-US" i="1" dirty="0"/>
          </a:p>
        </p:txBody>
      </p:sp>
      <p:pic>
        <p:nvPicPr>
          <p:cNvPr id="5" name="图片 4">
            <a:extLst>
              <a:ext uri="{FF2B5EF4-FFF2-40B4-BE49-F238E27FC236}">
                <a16:creationId xmlns:a16="http://schemas.microsoft.com/office/drawing/2014/main" id="{40EC3C7D-5735-E83B-6D6B-7EEA4DD1F678}"/>
              </a:ext>
            </a:extLst>
          </p:cNvPr>
          <p:cNvPicPr>
            <a:picLocks noChangeAspect="1"/>
          </p:cNvPicPr>
          <p:nvPr/>
        </p:nvPicPr>
        <p:blipFill>
          <a:blip r:embed="rId2"/>
          <a:stretch>
            <a:fillRect/>
          </a:stretch>
        </p:blipFill>
        <p:spPr>
          <a:xfrm>
            <a:off x="1158240" y="1891454"/>
            <a:ext cx="8092440" cy="2180004"/>
          </a:xfrm>
          <a:prstGeom prst="rect">
            <a:avLst/>
          </a:prstGeom>
        </p:spPr>
      </p:pic>
    </p:spTree>
    <p:extLst>
      <p:ext uri="{BB962C8B-B14F-4D97-AF65-F5344CB8AC3E}">
        <p14:creationId xmlns:p14="http://schemas.microsoft.com/office/powerpoint/2010/main" val="215934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E5C214-B858-E173-4792-27F025610EB7}"/>
              </a:ext>
            </a:extLst>
          </p:cNvPr>
          <p:cNvSpPr>
            <a:spLocks noGrp="1"/>
          </p:cNvSpPr>
          <p:nvPr>
            <p:ph type="title"/>
          </p:nvPr>
        </p:nvSpPr>
        <p:spPr/>
        <p:txBody>
          <a:bodyPr/>
          <a:lstStyle/>
          <a:p>
            <a:r>
              <a:rPr lang="zh-CN" altLang="en-US" dirty="0"/>
              <a:t>区间估计使用什么分布</a:t>
            </a:r>
          </a:p>
        </p:txBody>
      </p:sp>
      <p:pic>
        <p:nvPicPr>
          <p:cNvPr id="4" name="图片 3">
            <a:extLst>
              <a:ext uri="{FF2B5EF4-FFF2-40B4-BE49-F238E27FC236}">
                <a16:creationId xmlns:a16="http://schemas.microsoft.com/office/drawing/2014/main" id="{8A98913F-01F5-671B-D6ED-714BAF88192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5186" y="1620819"/>
            <a:ext cx="7529830" cy="5044968"/>
          </a:xfrm>
          <a:prstGeom prst="rect">
            <a:avLst/>
          </a:prstGeom>
          <a:noFill/>
          <a:ln>
            <a:noFill/>
          </a:ln>
        </p:spPr>
      </p:pic>
      <p:sp>
        <p:nvSpPr>
          <p:cNvPr id="5" name="矩形 4">
            <a:extLst>
              <a:ext uri="{FF2B5EF4-FFF2-40B4-BE49-F238E27FC236}">
                <a16:creationId xmlns:a16="http://schemas.microsoft.com/office/drawing/2014/main" id="{2583D3B7-852B-62C5-0929-CE3B2E8368DB}"/>
              </a:ext>
            </a:extLst>
          </p:cNvPr>
          <p:cNvSpPr/>
          <p:nvPr/>
        </p:nvSpPr>
        <p:spPr>
          <a:xfrm>
            <a:off x="1531620" y="1737360"/>
            <a:ext cx="2865120" cy="18059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39D27020-F1D6-5753-EB6A-524E111A1674}"/>
              </a:ext>
            </a:extLst>
          </p:cNvPr>
          <p:cNvSpPr/>
          <p:nvPr/>
        </p:nvSpPr>
        <p:spPr>
          <a:xfrm>
            <a:off x="1515744" y="3543300"/>
            <a:ext cx="3157856" cy="302809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FA2E1FB1-ED04-8A2D-84DA-347A453338D2}"/>
              </a:ext>
            </a:extLst>
          </p:cNvPr>
          <p:cNvPicPr>
            <a:picLocks noChangeAspect="1"/>
          </p:cNvPicPr>
          <p:nvPr/>
        </p:nvPicPr>
        <p:blipFill>
          <a:blip r:embed="rId3"/>
          <a:stretch>
            <a:fillRect/>
          </a:stretch>
        </p:blipFill>
        <p:spPr>
          <a:xfrm>
            <a:off x="7912505" y="1355830"/>
            <a:ext cx="5085714" cy="16476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内容占位符 8">
            <a:extLst>
              <a:ext uri="{FF2B5EF4-FFF2-40B4-BE49-F238E27FC236}">
                <a16:creationId xmlns:a16="http://schemas.microsoft.com/office/drawing/2014/main" id="{9F6FC04D-5857-CFEF-1CE1-E04692F6CE44}"/>
              </a:ext>
            </a:extLst>
          </p:cNvPr>
          <p:cNvPicPr>
            <a:picLocks noGrp="1" noChangeAspect="1"/>
          </p:cNvPicPr>
          <p:nvPr>
            <p:ph idx="1"/>
          </p:nvPr>
        </p:nvPicPr>
        <p:blipFill>
          <a:blip r:embed="rId4"/>
          <a:stretch>
            <a:fillRect/>
          </a:stretch>
        </p:blipFill>
        <p:spPr>
          <a:xfrm>
            <a:off x="8363249" y="4468993"/>
            <a:ext cx="5591810" cy="2102404"/>
          </a:xfrm>
        </p:spPr>
      </p:pic>
      <mc:AlternateContent xmlns:mc="http://schemas.openxmlformats.org/markup-compatibility/2006">
        <mc:Choice xmlns:p14="http://schemas.microsoft.com/office/powerpoint/2010/main" Requires="p14">
          <p:contentPart p14:bwMode="auto" r:id="rId5">
            <p14:nvContentPartPr>
              <p14:cNvPr id="10" name="墨迹 9">
                <a:extLst>
                  <a:ext uri="{FF2B5EF4-FFF2-40B4-BE49-F238E27FC236}">
                    <a16:creationId xmlns:a16="http://schemas.microsoft.com/office/drawing/2014/main" id="{99C01E11-C0B2-25D8-9D1C-0F8E17230CCB}"/>
                  </a:ext>
                </a:extLst>
              </p14:cNvPr>
              <p14:cNvContentPartPr/>
              <p14:nvPr/>
            </p14:nvContentPartPr>
            <p14:xfrm>
              <a:off x="7842240" y="368280"/>
              <a:ext cx="3080160" cy="1911600"/>
            </p14:xfrm>
          </p:contentPart>
        </mc:Choice>
        <mc:Fallback>
          <p:pic>
            <p:nvPicPr>
              <p:cNvPr id="10" name="墨迹 9">
                <a:extLst>
                  <a:ext uri="{FF2B5EF4-FFF2-40B4-BE49-F238E27FC236}">
                    <a16:creationId xmlns:a16="http://schemas.microsoft.com/office/drawing/2014/main" id="{99C01E11-C0B2-25D8-9D1C-0F8E17230CCB}"/>
                  </a:ext>
                </a:extLst>
              </p:cNvPr>
              <p:cNvPicPr/>
              <p:nvPr/>
            </p:nvPicPr>
            <p:blipFill>
              <a:blip r:embed="rId6"/>
              <a:stretch>
                <a:fillRect/>
              </a:stretch>
            </p:blipFill>
            <p:spPr>
              <a:xfrm>
                <a:off x="7832880" y="358920"/>
                <a:ext cx="3098880" cy="1930320"/>
              </a:xfrm>
              <a:prstGeom prst="rect">
                <a:avLst/>
              </a:prstGeom>
            </p:spPr>
          </p:pic>
        </mc:Fallback>
      </mc:AlternateContent>
    </p:spTree>
    <p:extLst>
      <p:ext uri="{BB962C8B-B14F-4D97-AF65-F5344CB8AC3E}">
        <p14:creationId xmlns:p14="http://schemas.microsoft.com/office/powerpoint/2010/main" val="2854714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79CAA-3506-6414-D44C-03FE3ABC17C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3EE0502-F760-05EA-9EE5-A092E714088D}"/>
              </a:ext>
            </a:extLst>
          </p:cNvPr>
          <p:cNvSpPr>
            <a:spLocks noGrp="1"/>
          </p:cNvSpPr>
          <p:nvPr>
            <p:ph type="title"/>
          </p:nvPr>
        </p:nvSpPr>
        <p:spPr/>
        <p:txBody>
          <a:bodyPr/>
          <a:lstStyle/>
          <a:p>
            <a:r>
              <a:rPr lang="zh-CN" altLang="en-US" dirty="0"/>
              <a:t>区间估计使用什么分布</a:t>
            </a:r>
          </a:p>
        </p:txBody>
      </p:sp>
      <p:pic>
        <p:nvPicPr>
          <p:cNvPr id="8" name="图片 7">
            <a:extLst>
              <a:ext uri="{FF2B5EF4-FFF2-40B4-BE49-F238E27FC236}">
                <a16:creationId xmlns:a16="http://schemas.microsoft.com/office/drawing/2014/main" id="{FBE8D41E-4346-5E2F-BDCF-348F056A3422}"/>
              </a:ext>
            </a:extLst>
          </p:cNvPr>
          <p:cNvPicPr>
            <a:picLocks noChangeAspect="1"/>
          </p:cNvPicPr>
          <p:nvPr/>
        </p:nvPicPr>
        <p:blipFill>
          <a:blip r:embed="rId2"/>
          <a:srcRect l="3822"/>
          <a:stretch/>
        </p:blipFill>
        <p:spPr>
          <a:xfrm>
            <a:off x="1228164" y="1926442"/>
            <a:ext cx="4738257" cy="16476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内容占位符 8">
            <a:extLst>
              <a:ext uri="{FF2B5EF4-FFF2-40B4-BE49-F238E27FC236}">
                <a16:creationId xmlns:a16="http://schemas.microsoft.com/office/drawing/2014/main" id="{B698CF63-1F7D-B1BA-0AB4-F929FEBF21CB}"/>
              </a:ext>
            </a:extLst>
          </p:cNvPr>
          <p:cNvPicPr>
            <a:picLocks noGrp="1" noChangeAspect="1"/>
          </p:cNvPicPr>
          <p:nvPr>
            <p:ph idx="1"/>
          </p:nvPr>
        </p:nvPicPr>
        <p:blipFill>
          <a:blip r:embed="rId3"/>
          <a:stretch>
            <a:fillRect/>
          </a:stretch>
        </p:blipFill>
        <p:spPr>
          <a:xfrm>
            <a:off x="1228164" y="3763143"/>
            <a:ext cx="5591810" cy="21024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图片 6">
            <a:extLst>
              <a:ext uri="{FF2B5EF4-FFF2-40B4-BE49-F238E27FC236}">
                <a16:creationId xmlns:a16="http://schemas.microsoft.com/office/drawing/2014/main" id="{63418BEF-9386-DB14-195F-4E5A720C028C}"/>
              </a:ext>
            </a:extLst>
          </p:cNvPr>
          <p:cNvPicPr>
            <a:picLocks noChangeAspect="1"/>
          </p:cNvPicPr>
          <p:nvPr/>
        </p:nvPicPr>
        <p:blipFill>
          <a:blip r:embed="rId4"/>
          <a:stretch>
            <a:fillRect/>
          </a:stretch>
        </p:blipFill>
        <p:spPr>
          <a:xfrm>
            <a:off x="7237812" y="3533720"/>
            <a:ext cx="3400000" cy="676190"/>
          </a:xfrm>
          <a:prstGeom prst="rect">
            <a:avLst/>
          </a:prstGeom>
        </p:spPr>
      </p:pic>
    </p:spTree>
    <p:extLst>
      <p:ext uri="{BB962C8B-B14F-4D97-AF65-F5344CB8AC3E}">
        <p14:creationId xmlns:p14="http://schemas.microsoft.com/office/powerpoint/2010/main" val="1823783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A2D274-FEBF-2319-9ADE-0B397970674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9B222A9-2F53-5072-1B42-4D870490D6D6}"/>
              </a:ext>
            </a:extLst>
          </p:cNvPr>
          <p:cNvSpPr>
            <a:spLocks noGrp="1"/>
          </p:cNvSpPr>
          <p:nvPr>
            <p:ph idx="1"/>
          </p:nvPr>
        </p:nvSpPr>
        <p:spPr/>
        <p:txBody>
          <a:bodyPr/>
          <a:lstStyle/>
          <a:p>
            <a:endParaRPr lang="zh-CN" altLang="en-US" dirty="0"/>
          </a:p>
        </p:txBody>
      </p:sp>
    </p:spTree>
    <p:extLst>
      <p:ext uri="{BB962C8B-B14F-4D97-AF65-F5344CB8AC3E}">
        <p14:creationId xmlns:p14="http://schemas.microsoft.com/office/powerpoint/2010/main" val="1259518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72AC1A-2FF6-86A7-F0B8-1A2CA957229F}"/>
              </a:ext>
            </a:extLst>
          </p:cNvPr>
          <p:cNvSpPr>
            <a:spLocks noGrp="1"/>
          </p:cNvSpPr>
          <p:nvPr>
            <p:ph type="title"/>
          </p:nvPr>
        </p:nvSpPr>
        <p:spPr/>
        <p:txBody>
          <a:bodyPr/>
          <a:lstStyle/>
          <a:p>
            <a:r>
              <a:rPr lang="zh-CN" altLang="en-US" dirty="0"/>
              <a:t>配对样本和独立样本</a:t>
            </a:r>
          </a:p>
        </p:txBody>
      </p:sp>
      <p:sp>
        <p:nvSpPr>
          <p:cNvPr id="3" name="内容占位符 2">
            <a:extLst>
              <a:ext uri="{FF2B5EF4-FFF2-40B4-BE49-F238E27FC236}">
                <a16:creationId xmlns:a16="http://schemas.microsoft.com/office/drawing/2014/main" id="{C9907061-4E76-2B19-1AAF-AD9109178DFD}"/>
              </a:ext>
            </a:extLst>
          </p:cNvPr>
          <p:cNvSpPr>
            <a:spLocks noGrp="1"/>
          </p:cNvSpPr>
          <p:nvPr>
            <p:ph idx="1"/>
          </p:nvPr>
        </p:nvSpPr>
        <p:spPr/>
        <p:txBody>
          <a:bodyPr>
            <a:normAutofit fontScale="92500" lnSpcReduction="20000"/>
          </a:bodyPr>
          <a:lstStyle/>
          <a:p>
            <a:pPr algn="l"/>
            <a:r>
              <a:rPr lang="zh-CN" altLang="en-US" b="1" i="0" dirty="0">
                <a:solidFill>
                  <a:srgbClr val="060607"/>
                </a:solidFill>
                <a:effectLst/>
                <a:latin typeface="-apple-system"/>
              </a:rPr>
              <a:t>配对样本和独立样本的区别是什么？</a:t>
            </a:r>
            <a:endParaRPr lang="zh-CN" altLang="en-US" b="0" i="0" dirty="0">
              <a:solidFill>
                <a:srgbClr val="060607"/>
              </a:solidFill>
              <a:effectLst/>
              <a:latin typeface="-apple-system"/>
            </a:endParaRPr>
          </a:p>
          <a:p>
            <a:pPr algn="l"/>
            <a:r>
              <a:rPr lang="zh-CN" altLang="en-US" b="0" i="0" dirty="0">
                <a:solidFill>
                  <a:srgbClr val="060607"/>
                </a:solidFill>
                <a:effectLst/>
                <a:latin typeface="-apple-system"/>
              </a:rPr>
              <a:t>配对样本（</a:t>
            </a:r>
            <a:r>
              <a:rPr lang="en-US" altLang="zh-CN" b="0" i="0" dirty="0">
                <a:solidFill>
                  <a:srgbClr val="060607"/>
                </a:solidFill>
                <a:effectLst/>
                <a:latin typeface="-apple-system"/>
              </a:rPr>
              <a:t>Paired Samples</a:t>
            </a:r>
            <a:r>
              <a:rPr lang="zh-CN" altLang="en-US" b="0" i="0" dirty="0">
                <a:solidFill>
                  <a:srgbClr val="060607"/>
                </a:solidFill>
                <a:effectLst/>
                <a:latin typeface="-apple-system"/>
              </a:rPr>
              <a:t>）是指在两个相关或配对的群体之间进行比较的情况。在配对样本设计中，每个参与者为每个数据点（或配对）提供多个测量值。例如，测试一种治疗对两种行为的影响，或者比较同一组受试者在不同时间点的数据（如“前后”或“治疗与对照”）。配对样本</a:t>
            </a:r>
            <a:r>
              <a:rPr lang="en-US" altLang="zh-CN" b="0" i="0" dirty="0">
                <a:solidFill>
                  <a:srgbClr val="060607"/>
                </a:solidFill>
                <a:effectLst/>
                <a:latin typeface="-apple-system"/>
              </a:rPr>
              <a:t>t</a:t>
            </a:r>
            <a:r>
              <a:rPr lang="zh-CN" altLang="en-US" b="0" i="0" dirty="0">
                <a:solidFill>
                  <a:srgbClr val="060607"/>
                </a:solidFill>
                <a:effectLst/>
                <a:latin typeface="-apple-system"/>
              </a:rPr>
              <a:t>检验的零假设是，总体中配对差异的平均值等于零，意味着如果没有效果，大多数样本的平均配对差异接近零。备择假设是，总体中配对差异的平均值不等于零，意味着从一个样本集合到另一个样本集合或一个群体到另一个群体发生了变化。</a:t>
            </a:r>
          </a:p>
          <a:p>
            <a:pPr algn="l"/>
            <a:r>
              <a:rPr lang="zh-CN" altLang="en-US" b="0" i="0" dirty="0">
                <a:solidFill>
                  <a:srgbClr val="060607"/>
                </a:solidFill>
                <a:effectLst/>
                <a:latin typeface="-apple-system"/>
              </a:rPr>
              <a:t>独立样本（</a:t>
            </a:r>
            <a:r>
              <a:rPr lang="en-US" altLang="zh-CN" b="0" i="0" dirty="0">
                <a:solidFill>
                  <a:srgbClr val="060607"/>
                </a:solidFill>
                <a:effectLst/>
                <a:latin typeface="-apple-system"/>
              </a:rPr>
              <a:t>Independent Samples</a:t>
            </a:r>
            <a:r>
              <a:rPr lang="zh-CN" altLang="en-US" b="0" i="0" dirty="0">
                <a:solidFill>
                  <a:srgbClr val="060607"/>
                </a:solidFill>
                <a:effectLst/>
                <a:latin typeface="-apple-system"/>
              </a:rPr>
              <a:t>）则考虑两个独立的群体，每个个体只属于一个群体，并且群体之间没有关联。例如，研究人员可能将心血管疾病患者分配到治疗组，并将其与没有心血管疾病但胆固醇水平高的个体进行比较。在这种情况下，每个受试者被随机分配到研究组或对照组，然后收集他们的数据；这种研究设计称为“独立样本</a:t>
            </a:r>
            <a:r>
              <a:rPr lang="en-US" altLang="zh-CN" b="0" i="0" dirty="0">
                <a:solidFill>
                  <a:srgbClr val="060607"/>
                </a:solidFill>
                <a:effectLst/>
                <a:latin typeface="-apple-system"/>
              </a:rPr>
              <a:t>t</a:t>
            </a:r>
            <a:r>
              <a:rPr lang="zh-CN" altLang="en-US" b="0" i="0" dirty="0">
                <a:solidFill>
                  <a:srgbClr val="060607"/>
                </a:solidFill>
                <a:effectLst/>
                <a:latin typeface="-apple-system"/>
              </a:rPr>
              <a:t>检验”。</a:t>
            </a:r>
          </a:p>
          <a:p>
            <a:pPr algn="l"/>
            <a:r>
              <a:rPr lang="zh-CN" altLang="en-US" b="0" i="0" dirty="0">
                <a:solidFill>
                  <a:srgbClr val="060607"/>
                </a:solidFill>
                <a:effectLst/>
                <a:latin typeface="-apple-system"/>
              </a:rPr>
              <a:t>简而言之，配对样本强调的是同一受试者在不同条件下的测量差异，而独立样本则关注不同受试者群体之间的差异。配对样本设计可以增加统计功效，因为每个受试者作为自己的对照，减少了变异性，而独立样本设计则没有这种配对，因此可能需要更大的样本量来检测相同的效应大小。</a:t>
            </a:r>
          </a:p>
          <a:p>
            <a:endParaRPr lang="zh-CN" altLang="en-US" dirty="0"/>
          </a:p>
        </p:txBody>
      </p:sp>
    </p:spTree>
    <p:extLst>
      <p:ext uri="{BB962C8B-B14F-4D97-AF65-F5344CB8AC3E}">
        <p14:creationId xmlns:p14="http://schemas.microsoft.com/office/powerpoint/2010/main" val="2698229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84483A-1335-0B78-AFC7-F4592D16066E}"/>
              </a:ext>
            </a:extLst>
          </p:cNvPr>
          <p:cNvSpPr>
            <a:spLocks noGrp="1"/>
          </p:cNvSpPr>
          <p:nvPr>
            <p:ph type="title"/>
          </p:nvPr>
        </p:nvSpPr>
        <p:spPr/>
        <p:txBody>
          <a:bodyPr/>
          <a:lstStyle/>
          <a:p>
            <a:r>
              <a:rPr lang="zh-CN" altLang="en-US" dirty="0"/>
              <a:t>概率密度函数</a:t>
            </a:r>
          </a:p>
        </p:txBody>
      </p:sp>
      <p:pic>
        <p:nvPicPr>
          <p:cNvPr id="5" name="内容占位符 4">
            <a:extLst>
              <a:ext uri="{FF2B5EF4-FFF2-40B4-BE49-F238E27FC236}">
                <a16:creationId xmlns:a16="http://schemas.microsoft.com/office/drawing/2014/main" id="{C8509585-0220-F336-E6EC-E4F101456FBC}"/>
              </a:ext>
            </a:extLst>
          </p:cNvPr>
          <p:cNvPicPr>
            <a:picLocks noGrp="1" noChangeAspect="1"/>
          </p:cNvPicPr>
          <p:nvPr>
            <p:ph idx="1"/>
          </p:nvPr>
        </p:nvPicPr>
        <p:blipFill>
          <a:blip r:embed="rId2"/>
          <a:stretch>
            <a:fillRect/>
          </a:stretch>
        </p:blipFill>
        <p:spPr>
          <a:xfrm>
            <a:off x="1318975" y="1808163"/>
            <a:ext cx="6017735" cy="4022725"/>
          </a:xfrm>
        </p:spPr>
      </p:pic>
    </p:spTree>
    <p:extLst>
      <p:ext uri="{BB962C8B-B14F-4D97-AF65-F5344CB8AC3E}">
        <p14:creationId xmlns:p14="http://schemas.microsoft.com/office/powerpoint/2010/main" val="4075344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A9B0D-2679-A0BA-CC10-B004EC0245F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817E78C-5AAB-860C-4E5E-C5C1D7426BA2}"/>
              </a:ext>
            </a:extLst>
          </p:cNvPr>
          <p:cNvSpPr>
            <a:spLocks noGrp="1"/>
          </p:cNvSpPr>
          <p:nvPr>
            <p:ph type="title"/>
          </p:nvPr>
        </p:nvSpPr>
        <p:spPr/>
        <p:txBody>
          <a:bodyPr/>
          <a:lstStyle/>
          <a:p>
            <a:r>
              <a:rPr lang="zh-CN" altLang="en-US" dirty="0"/>
              <a:t>概率密度函数</a:t>
            </a:r>
          </a:p>
        </p:txBody>
      </p:sp>
      <p:sp>
        <p:nvSpPr>
          <p:cNvPr id="4" name="内容占位符 3">
            <a:extLst>
              <a:ext uri="{FF2B5EF4-FFF2-40B4-BE49-F238E27FC236}">
                <a16:creationId xmlns:a16="http://schemas.microsoft.com/office/drawing/2014/main" id="{23E90886-69EE-4C84-A8D4-CCFAC157639B}"/>
              </a:ext>
            </a:extLst>
          </p:cNvPr>
          <p:cNvSpPr>
            <a:spLocks noGrp="1"/>
          </p:cNvSpPr>
          <p:nvPr>
            <p:ph idx="1"/>
          </p:nvPr>
        </p:nvSpPr>
        <p:spPr/>
        <p:txBody>
          <a:bodyPr/>
          <a:lstStyle/>
          <a:p>
            <a:endParaRPr lang="zh-CN" altLang="en-US"/>
          </a:p>
        </p:txBody>
      </p:sp>
      <p:pic>
        <p:nvPicPr>
          <p:cNvPr id="7" name="图片 6">
            <a:extLst>
              <a:ext uri="{FF2B5EF4-FFF2-40B4-BE49-F238E27FC236}">
                <a16:creationId xmlns:a16="http://schemas.microsoft.com/office/drawing/2014/main" id="{5C397560-F18B-A539-5D50-D452BFC3B527}"/>
              </a:ext>
            </a:extLst>
          </p:cNvPr>
          <p:cNvPicPr>
            <a:picLocks noChangeAspect="1"/>
          </p:cNvPicPr>
          <p:nvPr/>
        </p:nvPicPr>
        <p:blipFill>
          <a:blip r:embed="rId2"/>
          <a:stretch>
            <a:fillRect/>
          </a:stretch>
        </p:blipFill>
        <p:spPr>
          <a:xfrm>
            <a:off x="948176" y="1699260"/>
            <a:ext cx="7019048" cy="4552381"/>
          </a:xfrm>
          <a:prstGeom prst="rect">
            <a:avLst/>
          </a:prstGeom>
        </p:spPr>
      </p:pic>
    </p:spTree>
    <p:extLst>
      <p:ext uri="{BB962C8B-B14F-4D97-AF65-F5344CB8AC3E}">
        <p14:creationId xmlns:p14="http://schemas.microsoft.com/office/powerpoint/2010/main" val="1907554206"/>
      </p:ext>
    </p:extLst>
  </p:cSld>
  <p:clrMapOvr>
    <a:masterClrMapping/>
  </p:clrMapOvr>
</p:sld>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308</TotalTime>
  <Words>404</Words>
  <Application>Microsoft Office PowerPoint</Application>
  <PresentationFormat>宽屏</PresentationFormat>
  <Paragraphs>32</Paragraphs>
  <Slides>13</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-apple-system</vt:lpstr>
      <vt:lpstr>Helvetica Neue</vt:lpstr>
      <vt:lpstr>等线</vt:lpstr>
      <vt:lpstr>Arial</vt:lpstr>
      <vt:lpstr>Calibri</vt:lpstr>
      <vt:lpstr>Calibri Light</vt:lpstr>
      <vt:lpstr>回顾</vt:lpstr>
      <vt:lpstr>中心极限定理、数理统计</vt:lpstr>
      <vt:lpstr>什么是分布</vt:lpstr>
      <vt:lpstr>什么是分布-连续型</vt:lpstr>
      <vt:lpstr>中心极限定理</vt:lpstr>
      <vt:lpstr>中心极限定理</vt:lpstr>
      <vt:lpstr>点估计和区间估计</vt:lpstr>
      <vt:lpstr>区间估计使用什么分布</vt:lpstr>
      <vt:lpstr>区间估计使用什么分布</vt:lpstr>
      <vt:lpstr>区间估计使用什么分布</vt:lpstr>
      <vt:lpstr>PowerPoint 演示文稿</vt:lpstr>
      <vt:lpstr>配对样本和独立样本</vt:lpstr>
      <vt:lpstr>概率密度函数</vt:lpstr>
      <vt:lpstr>概率密度函数</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言志 侯</dc:creator>
  <cp:lastModifiedBy>言志 侯</cp:lastModifiedBy>
  <cp:revision>28</cp:revision>
  <dcterms:created xsi:type="dcterms:W3CDTF">2024-10-27T14:04:26Z</dcterms:created>
  <dcterms:modified xsi:type="dcterms:W3CDTF">2024-10-28T04:16:41Z</dcterms:modified>
</cp:coreProperties>
</file>